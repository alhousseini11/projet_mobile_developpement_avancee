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6" r:id="rId5"/>
    <p:sldId id="258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608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C790F-79A1-44A9-BA21-18583A9C13F2}" type="datetimeFigureOut">
              <a:rPr lang="fr-CA" smtClean="0"/>
              <a:t>2026-03-24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8B830-E8E9-441F-99D4-F826FD942A5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875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lignes : 80.89%</a:t>
            </a:r>
          </a:p>
          <a:p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 : 76.02%</a:t>
            </a:r>
          </a:p>
          <a:p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 : 90.41%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8B830-E8E9-441F-99D4-F826FD942A57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1117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qui est l’utilisateur connecté</a:t>
            </a:r>
          </a:p>
          <a:p>
            <a:r>
              <a:rPr lang="fr-CA" dirty="0"/>
              <a:t>si la réservation lui appartient</a:t>
            </a:r>
          </a:p>
          <a:p>
            <a:r>
              <a:rPr lang="fr-CA" dirty="0"/>
              <a:t>si elle existe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8B830-E8E9-441F-99D4-F826FD942A57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970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216" y="512064"/>
            <a:ext cx="1517904" cy="42062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Segoe UI"/>
              </a:rPr>
              <a:t>Sprint </a:t>
            </a:r>
            <a:r>
              <a:rPr lang="fr-CA" sz="1600" b="1" dirty="0">
                <a:solidFill>
                  <a:srgbClr val="FFFFFF"/>
                </a:solidFill>
                <a:latin typeface="Segoe UI"/>
              </a:rPr>
              <a:t>5</a:t>
            </a:r>
            <a:endParaRPr sz="16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0972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1F2C"/>
                </a:solidFill>
                <a:latin typeface="Segoe UI"/>
              </a:rPr>
              <a:t>Presentation des stories du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47088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egoe UI"/>
              </a:rPr>
              <a:t>Stories livrees du sprint, reservation multi-service, parcours client et point en review pour la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5786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Mars 2026 | Projet Mobile Developpement Avancee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8096"/>
            <a:ext cx="6080760" cy="5440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5907024"/>
            <a:ext cx="10972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71F2C"/>
                </a:solidFill>
                <a:latin typeface="Segoe UI"/>
              </a:rPr>
              <a:t>Une slide par story, avec ecran de l'application et extrait de code explicatif.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71F2C"/>
                </a:solidFill>
                <a:latin typeface="Segoe UI"/>
              </a:rPr>
              <a:t>Reservation multi-service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79595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review - application mobile garage </a:t>
            </a:r>
          </a:p>
        </p:txBody>
      </p:sp>
      <p:pic>
        <p:nvPicPr>
          <p:cNvPr id="6" name="Picture 5" descr="story_0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93852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73296" y="859536"/>
            <a:ext cx="738835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mode multi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selectionner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prestations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un seul </a:t>
            </a:r>
            <a:r>
              <a:rPr dirty="0" err="1"/>
              <a:t>parcours</a:t>
            </a:r>
            <a:r>
              <a:rPr dirty="0"/>
              <a:t> de reservation.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frontend boucle sur les services </a:t>
            </a:r>
            <a:r>
              <a:rPr dirty="0" err="1"/>
              <a:t>choisis</a:t>
            </a:r>
            <a:r>
              <a:rPr dirty="0"/>
              <a:t> et </a:t>
            </a:r>
            <a:r>
              <a:rPr dirty="0" err="1"/>
              <a:t>cree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reservation par service avec le meme </a:t>
            </a:r>
            <a:r>
              <a:rPr dirty="0" err="1"/>
              <a:t>vehicule</a:t>
            </a:r>
            <a:r>
              <a:rPr dirty="0"/>
              <a:t>, la meme date et le meme </a:t>
            </a:r>
            <a:r>
              <a:rPr dirty="0" err="1"/>
              <a:t>creneau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backend </a:t>
            </a:r>
            <a:r>
              <a:rPr dirty="0" err="1"/>
              <a:t>persiste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reservation </a:t>
            </a:r>
            <a:r>
              <a:rPr dirty="0" err="1"/>
              <a:t>creee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alimente</a:t>
            </a:r>
            <a:r>
              <a:rPr dirty="0"/>
              <a:t> ensuite le </a:t>
            </a:r>
            <a:r>
              <a:rPr dirty="0" err="1"/>
              <a:t>profil</a:t>
            </a:r>
            <a:r>
              <a:rPr dirty="0"/>
              <a:t>, les avis et les factures.</a:t>
            </a:r>
          </a:p>
        </p:txBody>
      </p:sp>
      <p:pic>
        <p:nvPicPr>
          <p:cNvPr id="8" name="Picture 7" descr="story_01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1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2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71F2C"/>
                </a:solidFill>
                <a:latin typeface="Segoe UI"/>
              </a:rPr>
              <a:t>Support FAQ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603504"/>
            <a:ext cx="7388352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Page support accessible </a:t>
            </a:r>
            <a:r>
              <a:rPr dirty="0" err="1"/>
              <a:t>depuis</a:t>
            </a:r>
            <a:r>
              <a:rPr dirty="0"/>
              <a:t> le </a:t>
            </a:r>
            <a:r>
              <a:rPr dirty="0" err="1"/>
              <a:t>profil</a:t>
            </a:r>
            <a:r>
              <a:rPr dirty="0"/>
              <a:t> avec contact atelier, </a:t>
            </a:r>
            <a:r>
              <a:rPr dirty="0" err="1"/>
              <a:t>horaires</a:t>
            </a:r>
            <a:r>
              <a:rPr dirty="0"/>
              <a:t> et FAQ.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Questions </a:t>
            </a:r>
            <a:r>
              <a:rPr dirty="0" err="1"/>
              <a:t>frequentes</a:t>
            </a:r>
            <a:r>
              <a:rPr dirty="0"/>
              <a:t> </a:t>
            </a:r>
            <a:r>
              <a:rPr dirty="0" err="1"/>
              <a:t>ouvrables</a:t>
            </a:r>
            <a:r>
              <a:rPr dirty="0"/>
              <a:t>/</a:t>
            </a:r>
            <a:r>
              <a:rPr dirty="0" err="1"/>
              <a:t>fermables</a:t>
            </a:r>
            <a:r>
              <a:rPr dirty="0"/>
              <a:t> pour guider le client sans quitter </a:t>
            </a:r>
            <a:r>
              <a:rPr dirty="0" err="1"/>
              <a:t>l'app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Bloc message </a:t>
            </a:r>
            <a:r>
              <a:rPr dirty="0" err="1"/>
              <a:t>pret</a:t>
            </a:r>
            <a:r>
              <a:rPr dirty="0"/>
              <a:t> pour la demo et extensible vers un </a:t>
            </a:r>
            <a:r>
              <a:rPr dirty="0" err="1"/>
              <a:t>vrai</a:t>
            </a:r>
            <a:r>
              <a:rPr dirty="0"/>
              <a:t> support backend.</a:t>
            </a:r>
          </a:p>
        </p:txBody>
      </p:sp>
      <p:pic>
        <p:nvPicPr>
          <p:cNvPr id="8" name="Picture 7" descr="story_03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3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309"/>
                </a:solidFill>
                <a:latin typeface="Segoe UI"/>
              </a:rPr>
              <a:t>En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896112"/>
            <a:ext cx="7388352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Story encore </a:t>
            </a:r>
            <a:r>
              <a:rPr dirty="0" err="1"/>
              <a:t>en</a:t>
            </a:r>
            <a:r>
              <a:rPr dirty="0"/>
              <a:t> review sur </a:t>
            </a:r>
            <a:r>
              <a:rPr dirty="0" err="1"/>
              <a:t>ce</a:t>
            </a:r>
            <a:r>
              <a:rPr dirty="0"/>
              <a:t> sprint: le </a:t>
            </a:r>
            <a:r>
              <a:rPr dirty="0" err="1"/>
              <a:t>contrat</a:t>
            </a:r>
            <a:r>
              <a:rPr dirty="0"/>
              <a:t> API est cadre </a:t>
            </a:r>
            <a:r>
              <a:rPr dirty="0" err="1"/>
              <a:t>mais</a:t>
            </a:r>
            <a:r>
              <a:rPr dirty="0"/>
              <a:t> pas </a:t>
            </a:r>
            <a:r>
              <a:rPr dirty="0" err="1"/>
              <a:t>finalise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La route notifications est </a:t>
            </a:r>
            <a:r>
              <a:rPr dirty="0" err="1"/>
              <a:t>branchee</a:t>
            </a:r>
            <a:r>
              <a:rPr dirty="0"/>
              <a:t> dans </a:t>
            </a:r>
            <a:r>
              <a:rPr dirty="0" err="1"/>
              <a:t>l'API</a:t>
            </a:r>
            <a:r>
              <a:rPr dirty="0"/>
              <a:t> et </a:t>
            </a:r>
            <a:r>
              <a:rPr dirty="0" err="1"/>
              <a:t>renvoie</a:t>
            </a:r>
            <a:r>
              <a:rPr dirty="0"/>
              <a:t> pour </a:t>
            </a:r>
            <a:r>
              <a:rPr dirty="0" err="1"/>
              <a:t>l'instant</a:t>
            </a:r>
            <a:r>
              <a:rPr dirty="0"/>
              <a:t> un placeholder.</a:t>
            </a:r>
            <a:r>
              <a:rPr lang="fr-CA" sz="1500" dirty="0"/>
              <a:t> Cette fonctionnalité permet d’informer le client en temps réel des mises à jour importantes liées à ses rendez-vous et au suivi de son véhicule.</a:t>
            </a:r>
            <a:endParaRPr dirty="0"/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prochain increment </a:t>
            </a:r>
            <a:r>
              <a:rPr dirty="0" err="1"/>
              <a:t>devra</a:t>
            </a:r>
            <a:r>
              <a:rPr dirty="0"/>
              <a:t> </a:t>
            </a:r>
            <a:r>
              <a:rPr dirty="0" err="1"/>
              <a:t>ajouter</a:t>
            </a:r>
            <a:r>
              <a:rPr dirty="0"/>
              <a:t> la </a:t>
            </a:r>
            <a:r>
              <a:rPr dirty="0" err="1"/>
              <a:t>vraie</a:t>
            </a:r>
            <a:r>
              <a:rPr dirty="0"/>
              <a:t> </a:t>
            </a:r>
            <a:r>
              <a:rPr dirty="0" err="1"/>
              <a:t>logique</a:t>
            </a:r>
            <a:r>
              <a:rPr dirty="0"/>
              <a:t> </a:t>
            </a:r>
            <a:r>
              <a:rPr dirty="0" err="1"/>
              <a:t>metier</a:t>
            </a:r>
            <a:r>
              <a:rPr dirty="0"/>
              <a:t> et </a:t>
            </a:r>
            <a:r>
              <a:rPr dirty="0" err="1"/>
              <a:t>l'UX</a:t>
            </a:r>
            <a:r>
              <a:rPr dirty="0"/>
              <a:t> mobile </a:t>
            </a:r>
            <a:r>
              <a:rPr dirty="0" err="1"/>
              <a:t>associee</a:t>
            </a:r>
            <a:r>
              <a:rPr dirty="0"/>
              <a:t>.</a:t>
            </a:r>
          </a:p>
        </p:txBody>
      </p:sp>
      <p:pic>
        <p:nvPicPr>
          <p:cNvPr id="9" name="Picture 8" descr="story_10_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2852928"/>
            <a:ext cx="3584448" cy="40873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2892275-A677-B5AA-62BC-9EC4697E0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793" y="2734056"/>
            <a:ext cx="3324689" cy="3995928"/>
          </a:xfrm>
          <a:prstGeom prst="rect">
            <a:avLst/>
          </a:prstGeom>
        </p:spPr>
      </p:pic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1104E9F-0BB9-8FA7-F952-12A8B7798BF9}"/>
              </a:ext>
            </a:extLst>
          </p:cNvPr>
          <p:cNvSpPr/>
          <p:nvPr/>
        </p:nvSpPr>
        <p:spPr>
          <a:xfrm>
            <a:off x="311730" y="1304026"/>
            <a:ext cx="3246120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lang="fr-CA" b="0" i="0" dirty="0">
                <a:solidFill>
                  <a:srgbClr val="CCCCCC"/>
                </a:solidFill>
                <a:effectLst/>
                <a:latin typeface="Segoe WPC"/>
              </a:rPr>
              <a:t>Cette fonctionnalité permet d’informer le client en temps réel des mises à jour importantes liées à ses rendez-vous et au suivi de son véhicule.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4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296792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71F2C"/>
                </a:solidFill>
                <a:latin typeface="Segoe UI"/>
              </a:rPr>
              <a:t>Avis et </a:t>
            </a:r>
            <a:r>
              <a:rPr lang="fr-CA" sz="2600" b="1" dirty="0">
                <a:solidFill>
                  <a:srgbClr val="171F2C"/>
                </a:solidFill>
                <a:latin typeface="Segoe UI"/>
              </a:rPr>
              <a:t>Évaluation</a:t>
            </a:r>
            <a:endParaRPr sz="2600" b="1" dirty="0">
              <a:solidFill>
                <a:srgbClr val="171F2C"/>
              </a:solidFill>
              <a:latin typeface="Segoe U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9794" y="822960"/>
            <a:ext cx="27449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475569"/>
                </a:solidFill>
                <a:latin typeface="Segoe UI"/>
              </a:rPr>
              <a:t>Sprint review - application mobile garage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2992" y="651784"/>
            <a:ext cx="7388352" cy="25430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lang="fr-CA" sz="1800" b="1" dirty="0">
              <a:solidFill>
                <a:srgbClr val="171F2C"/>
              </a:solidFill>
              <a:latin typeface="Segoe UI"/>
            </a:endParaRPr>
          </a:p>
          <a:p>
            <a:pPr algn="ctr"/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</a:t>
            </a:r>
            <a:r>
              <a:rPr lang="fr-CA" b="1" i="0" dirty="0">
                <a:solidFill>
                  <a:srgbClr val="CCCCC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Avis liés aux rendez-vous pour garantir des retours fiables.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fr-CA" b="1" i="0" dirty="0">
                <a:solidFill>
                  <a:srgbClr val="CCCCC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Attribution d’une note et ajout d’un commentaire par intervention.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fr-CA" b="1" i="0" dirty="0">
                <a:solidFill>
                  <a:srgbClr val="CCCCCC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Suivi de la satisfaction client pour améliorer le service.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endParaRPr dirty="0"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405BDFE-4F4C-96B7-12C6-981EF155E8DA}"/>
              </a:ext>
            </a:extLst>
          </p:cNvPr>
          <p:cNvSpPr/>
          <p:nvPr/>
        </p:nvSpPr>
        <p:spPr>
          <a:xfrm>
            <a:off x="212949" y="1195693"/>
            <a:ext cx="3508659" cy="15278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endParaRPr lang="fr-CA" sz="1800" b="1" dirty="0">
              <a:solidFill>
                <a:srgbClr val="171F2C"/>
              </a:solidFill>
              <a:latin typeface="Segoe UI"/>
            </a:endParaRPr>
          </a:p>
          <a:p>
            <a:pPr algn="ctr"/>
            <a:endParaRPr sz="1800" b="1" dirty="0">
              <a:solidFill>
                <a:srgbClr val="171F2C"/>
              </a:solidFill>
              <a:latin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Cette </a:t>
            </a:r>
            <a:r>
              <a:rPr kumimoji="0" lang="fr-CA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fonctionnalite</a:t>
            </a: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permet au client d’</a:t>
            </a:r>
            <a:r>
              <a:rPr kumimoji="0" lang="fr-CA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evaluer</a:t>
            </a: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son intervention </a:t>
            </a:r>
            <a:r>
              <a:rPr kumimoji="0" lang="fr-CA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apres</a:t>
            </a: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rendez-vous et de partager un retour clair sur la </a:t>
            </a:r>
            <a:r>
              <a:rPr kumimoji="0" lang="fr-CA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qualite</a:t>
            </a: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du service </a:t>
            </a:r>
            <a:r>
              <a:rPr kumimoji="0" lang="fr-CA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recu</a:t>
            </a: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endParaRPr lang="fr-CA" dirty="0"/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endParaRPr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BA72E4F-D075-CA2B-BB67-26637B2B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62" y="2834641"/>
            <a:ext cx="3258005" cy="401995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7423B91-9B01-C667-8E46-395583CD2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784" y="3883230"/>
            <a:ext cx="3546873" cy="254303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9CE7C0C-8371-F07A-3A6A-1DA7B3ABA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674" y="3793227"/>
            <a:ext cx="4157272" cy="2543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5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71F2C"/>
                </a:solidFill>
                <a:latin typeface="Segoe UI"/>
              </a:rPr>
              <a:t>Bouton retour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320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6570" y="1773936"/>
            <a:ext cx="7388352" cy="1993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Pattern de retour </a:t>
            </a:r>
            <a:r>
              <a:rPr dirty="0" err="1"/>
              <a:t>identique</a:t>
            </a:r>
            <a:r>
              <a:rPr dirty="0"/>
              <a:t> sur les </a:t>
            </a:r>
            <a:r>
              <a:rPr dirty="0" err="1"/>
              <a:t>ecrans</a:t>
            </a:r>
            <a:r>
              <a:rPr dirty="0"/>
              <a:t> </a:t>
            </a:r>
            <a:r>
              <a:rPr dirty="0" err="1"/>
              <a:t>profil</a:t>
            </a:r>
            <a:r>
              <a:rPr dirty="0"/>
              <a:t>, </a:t>
            </a:r>
            <a:r>
              <a:rPr dirty="0" err="1"/>
              <a:t>paiement</a:t>
            </a:r>
            <a:r>
              <a:rPr dirty="0"/>
              <a:t>, factures, FAQ et </a:t>
            </a:r>
            <a:r>
              <a:rPr dirty="0" err="1"/>
              <a:t>informations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La pile de navigation est </a:t>
            </a:r>
            <a:r>
              <a:rPr dirty="0" err="1"/>
              <a:t>geree</a:t>
            </a:r>
            <a:r>
              <a:rPr dirty="0"/>
              <a:t> de </a:t>
            </a:r>
            <a:r>
              <a:rPr dirty="0" err="1"/>
              <a:t>maniere</a:t>
            </a:r>
            <a:r>
              <a:rPr dirty="0"/>
              <a:t> </a:t>
            </a:r>
            <a:r>
              <a:rPr dirty="0" err="1"/>
              <a:t>centralisee</a:t>
            </a:r>
            <a:r>
              <a:rPr dirty="0"/>
              <a:t> pour </a:t>
            </a:r>
            <a:r>
              <a:rPr dirty="0" err="1"/>
              <a:t>eviter</a:t>
            </a:r>
            <a:r>
              <a:rPr dirty="0"/>
              <a:t> les impasses UX.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Pendant la demo, </a:t>
            </a:r>
            <a:r>
              <a:rPr dirty="0" err="1"/>
              <a:t>l'utilisateur</a:t>
            </a:r>
            <a:r>
              <a:rPr dirty="0"/>
              <a:t> </a:t>
            </a:r>
            <a:r>
              <a:rPr dirty="0" err="1"/>
              <a:t>revient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a </a:t>
            </a:r>
            <a:r>
              <a:rPr dirty="0" err="1"/>
              <a:t>l'ecran</a:t>
            </a:r>
            <a:r>
              <a:rPr dirty="0"/>
              <a:t> precedent </a:t>
            </a:r>
            <a:r>
              <a:rPr dirty="0" err="1"/>
              <a:t>proprement</a:t>
            </a:r>
            <a:r>
              <a:rPr dirty="0"/>
              <a:t>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2B0917B-D739-4A7A-B033-A5A464886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92074"/>
            <a:ext cx="3362794" cy="502818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6A76E82-1741-109E-4594-AAA181F05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1" y="4270757"/>
            <a:ext cx="5056632" cy="1810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6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 garage </a:t>
            </a:r>
            <a:endParaRPr sz="1100" b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08225" y="932688"/>
            <a:ext cx="7388352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Depuis Mes rendez-vous, l'utilisateur peut reouvrir un RDV existant en edition.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formulaire reservation recharge service, vehicule, date et creneau.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reverifie les disponibilites avant de persister la mise a jour.</a:t>
            </a:r>
            <a:endParaRPr lang="fr-CA"/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endParaRPr lang="fr-CA" b="1"/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endParaRPr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3B574E5-AED3-A1A7-37A0-94799B4A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527048"/>
            <a:ext cx="3386330" cy="502005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6518849-7D89-2201-87D0-36A506542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225" y="3922776"/>
            <a:ext cx="7220958" cy="2181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7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pic>
        <p:nvPicPr>
          <p:cNvPr id="6" name="Picture 5" descr="story_0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client </a:t>
            </a:r>
            <a:r>
              <a:rPr dirty="0" err="1"/>
              <a:t>modifie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coordonnees</a:t>
            </a:r>
            <a:r>
              <a:rPr dirty="0"/>
              <a:t> et preferences </a:t>
            </a:r>
            <a:r>
              <a:rPr dirty="0" err="1"/>
              <a:t>depuis</a:t>
            </a:r>
            <a:r>
              <a:rPr dirty="0"/>
              <a:t> </a:t>
            </a:r>
            <a:r>
              <a:rPr b="1" dirty="0"/>
              <a:t>Mes </a:t>
            </a:r>
            <a:r>
              <a:rPr b="1" dirty="0" err="1"/>
              <a:t>informations</a:t>
            </a:r>
            <a:r>
              <a:rPr b="1"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payload est </a:t>
            </a:r>
            <a:r>
              <a:rPr dirty="0" err="1"/>
              <a:t>normalise</a:t>
            </a:r>
            <a:r>
              <a:rPr dirty="0"/>
              <a:t> cote frontend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envoye</a:t>
            </a:r>
            <a:r>
              <a:rPr dirty="0"/>
              <a:t> a PUT /</a:t>
            </a:r>
            <a:r>
              <a:rPr dirty="0" err="1"/>
              <a:t>api</a:t>
            </a:r>
            <a:r>
              <a:rPr dirty="0"/>
              <a:t>/profile.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La session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coherente</a:t>
            </a:r>
            <a:r>
              <a:rPr dirty="0"/>
              <a:t> meme </a:t>
            </a:r>
            <a:r>
              <a:rPr dirty="0" err="1"/>
              <a:t>apres</a:t>
            </a:r>
            <a:r>
              <a:rPr dirty="0"/>
              <a:t> </a:t>
            </a:r>
            <a:r>
              <a:rPr dirty="0" err="1"/>
              <a:t>changement</a:t>
            </a:r>
            <a:r>
              <a:rPr dirty="0"/>
              <a:t> </a:t>
            </a:r>
            <a:r>
              <a:rPr dirty="0" err="1"/>
              <a:t>d'email</a:t>
            </a:r>
            <a:r>
              <a:rPr dirty="0"/>
              <a:t>.</a:t>
            </a:r>
          </a:p>
        </p:txBody>
      </p:sp>
      <p:pic>
        <p:nvPicPr>
          <p:cNvPr id="8" name="Picture 7" descr="story_06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6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8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Compteur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3296" y="850392"/>
            <a:ext cx="7388352" cy="1837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</a:t>
            </a:r>
            <a:r>
              <a:rPr dirty="0" err="1"/>
              <a:t>profil</a:t>
            </a:r>
            <a:r>
              <a:rPr dirty="0"/>
              <a:t> affiche </a:t>
            </a:r>
            <a:r>
              <a:rPr dirty="0" err="1"/>
              <a:t>maintenant</a:t>
            </a:r>
            <a:r>
              <a:rPr dirty="0"/>
              <a:t> le </a:t>
            </a:r>
            <a:r>
              <a:rPr dirty="0" err="1"/>
              <a:t>nombre</a:t>
            </a:r>
            <a:r>
              <a:rPr dirty="0"/>
              <a:t> reel de reservations de </a:t>
            </a:r>
            <a:r>
              <a:rPr dirty="0" err="1"/>
              <a:t>l'utilisateur</a:t>
            </a:r>
            <a:r>
              <a:rPr dirty="0"/>
              <a:t> courant.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</a:t>
            </a:r>
            <a:r>
              <a:rPr dirty="0" err="1"/>
              <a:t>calcul</a:t>
            </a:r>
            <a:r>
              <a:rPr dirty="0"/>
              <a:t> se fait cote backend a </a:t>
            </a:r>
            <a:r>
              <a:rPr dirty="0" err="1"/>
              <a:t>partir</a:t>
            </a:r>
            <a:r>
              <a:rPr dirty="0"/>
              <a:t> des reservations </a:t>
            </a:r>
            <a:r>
              <a:rPr dirty="0" err="1"/>
              <a:t>persistantes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frontend </a:t>
            </a:r>
            <a:r>
              <a:rPr dirty="0" err="1"/>
              <a:t>sait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resynchroniser</a:t>
            </a:r>
            <a:r>
              <a:rPr dirty="0"/>
              <a:t> le </a:t>
            </a:r>
            <a:r>
              <a:rPr dirty="0" err="1"/>
              <a:t>compteur</a:t>
            </a:r>
            <a:r>
              <a:rPr dirty="0"/>
              <a:t> pour </a:t>
            </a:r>
            <a:r>
              <a:rPr dirty="0" err="1"/>
              <a:t>eviter</a:t>
            </a:r>
            <a:r>
              <a:rPr dirty="0"/>
              <a:t> les zero </a:t>
            </a:r>
            <a:r>
              <a:rPr dirty="0" err="1"/>
              <a:t>incoherents</a:t>
            </a:r>
            <a:r>
              <a:rPr dirty="0"/>
              <a:t>.</a:t>
            </a:r>
          </a:p>
        </p:txBody>
      </p:sp>
      <p:pic>
        <p:nvPicPr>
          <p:cNvPr id="8" name="Picture 7" descr="story_07_co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7_cod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208F1D4-64E2-D966-A54B-8C9FB7EF0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298448"/>
            <a:ext cx="3286584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0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9</a:t>
            </a:r>
            <a:endParaRPr sz="1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deconnexion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deconnexion demande une confirmation avant fermeture de session.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stockage local et l'etat reactif sont nettoyes en un seul point.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L'app revient sur login avec historique vide pour proteger le compte.</a:t>
            </a:r>
          </a:p>
        </p:txBody>
      </p:sp>
      <p:pic>
        <p:nvPicPr>
          <p:cNvPr id="8" name="Picture 7" descr="story_08_co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8_cod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A7FFA6F-03B3-7139-D030-773FE87F2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53312"/>
            <a:ext cx="3229426" cy="4879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"/>
              </a:rPr>
              <a:t>Story </a:t>
            </a:r>
            <a:r>
              <a:rPr lang="fr-CA" sz="1500" b="1" dirty="0">
                <a:solidFill>
                  <a:srgbClr val="FFFFFF"/>
                </a:solidFill>
                <a:latin typeface="Segoe UI"/>
              </a:rPr>
              <a:t>1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Facture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24705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</a:t>
            </a:r>
          </a:p>
        </p:txBody>
      </p:sp>
      <p:pic>
        <p:nvPicPr>
          <p:cNvPr id="6" name="Picture 5" descr="story_0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Les factures sont listees par utilisateur et exposees au format PDF.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mobile ouvre le PDF directement depuis la page Factures.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derive les montants depuis les reservations et l'etat de paiement.</a:t>
            </a:r>
          </a:p>
        </p:txBody>
      </p:sp>
      <p:pic>
        <p:nvPicPr>
          <p:cNvPr id="8" name="Picture 7" descr="story_09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9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718</Words>
  <Application>Microsoft Office PowerPoint</Application>
  <PresentationFormat>Grand écran</PresentationFormat>
  <Paragraphs>99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Segoe UI</vt:lpstr>
      <vt:lpstr>Segoe UI Semibold</vt:lpstr>
      <vt:lpstr>Segoe WPC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Alhousseini Adamou Soumana</cp:lastModifiedBy>
  <cp:revision>4</cp:revision>
  <dcterms:created xsi:type="dcterms:W3CDTF">2013-01-27T09:14:16Z</dcterms:created>
  <dcterms:modified xsi:type="dcterms:W3CDTF">2026-03-24T19:52:54Z</dcterms:modified>
  <cp:category/>
</cp:coreProperties>
</file>