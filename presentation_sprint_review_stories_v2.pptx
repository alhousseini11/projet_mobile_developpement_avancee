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5216" y="512064"/>
            <a:ext cx="1517904" cy="42062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Sprint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972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1F2C"/>
                </a:solidFill>
                <a:latin typeface="Segoe UI"/>
              </a:rPr>
              <a:t>Presentation des stories du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847088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Segoe UI"/>
              </a:rPr>
              <a:t>Stories livrees du sprint, reservation multi-service, parcours client et point en review pour la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57860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Mars 2026 | Projet Mobile Developpement Avancee</a:t>
            </a:r>
          </a:p>
        </p:txBody>
      </p:sp>
      <p:pic>
        <p:nvPicPr>
          <p:cNvPr id="6" name="Picture 5" descr="cover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768096"/>
            <a:ext cx="6080760" cy="5440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5907024"/>
            <a:ext cx="10972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71F2C"/>
                </a:solidFill>
                <a:latin typeface="Segoe UI"/>
              </a:rPr>
              <a:t>Une slide par story, avec ecran de l'application et extrait de code explicatif.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Reservation multi-service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1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mode multi permet de selectionner plusieurs prestations depuis un seul parcours de reservation.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frontend boucle sur les services choisis et cree une reservation par service avec le meme vehicule, la meme date et le meme creneau.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backend persiste chaque reservation creee, ce qui alimente ensuite le profil, les avis et les factures.</a:t>
            </a:r>
          </a:p>
        </p:txBody>
      </p:sp>
      <p:pic>
        <p:nvPicPr>
          <p:cNvPr id="8" name="Picture 7" descr="story_01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1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Avis et paiement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2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Paiement Stripe configure depuis le profil avec ouverture de Checkout puis synchro.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Avis relies aux rendez-vous pour publier une note et un commentaire par intervention.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backend persiste le moyen de paiement et les reviews par utilisateur.</a:t>
            </a:r>
          </a:p>
        </p:txBody>
      </p:sp>
      <p:pic>
        <p:nvPicPr>
          <p:cNvPr id="8" name="Picture 7" descr="story_02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2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Support FAQ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3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Page support accessible depuis le profil avec contact atelier, horaires et FAQ.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Questions frequentes ouvrables/fermables pour guider le client sans quitter l'app.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Bloc message pret pour la demo et extensible vers un vrai support backend.</a:t>
            </a:r>
          </a:p>
        </p:txBody>
      </p:sp>
      <p:pic>
        <p:nvPicPr>
          <p:cNvPr id="8" name="Picture 7" descr="story_03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7388352" cy="34015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Bouton retour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4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0"/>
            <a:ext cx="3419856" cy="515721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Pattern de retour identique sur les ecrans profil, paiement, factures, FAQ et informations.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La pile de navigation est geree de maniere centralisee pour eviter les impasses UX.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Pendant la demo, l'utilisateur revient toujours a l'ecran precedent proprement.</a:t>
            </a:r>
          </a:p>
        </p:txBody>
      </p:sp>
      <p:pic>
        <p:nvPicPr>
          <p:cNvPr id="8" name="Picture 7" descr="story_04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7388352" cy="34015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Modification de rendez-vous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5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Depuis Mes rendez-vous, l'utilisateur peut reouvrir un RDV existant en edition.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formulaire reservation recharge service, vehicule, date et creneau.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backend reverifie les disponibilites avant de persister la mise a jour.</a:t>
            </a:r>
          </a:p>
        </p:txBody>
      </p:sp>
      <p:pic>
        <p:nvPicPr>
          <p:cNvPr id="8" name="Picture 7" descr="story_05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5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Modification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4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client modifie ses coordonnees et preferences depuis Mes informations.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payload est normalise cote frontend puis envoye a PUT /api/profile.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La session reste coherente meme apres changement d'email.</a:t>
            </a:r>
          </a:p>
        </p:txBody>
      </p:sp>
      <p:pic>
        <p:nvPicPr>
          <p:cNvPr id="8" name="Picture 7" descr="story_06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" y="2852928"/>
            <a:ext cx="3721608" cy="3401568"/>
          </a:xfrm>
          <a:prstGeom prst="rect">
            <a:avLst/>
          </a:prstGeom>
        </p:spPr>
      </p:pic>
      <p:pic>
        <p:nvPicPr>
          <p:cNvPr id="9" name="Picture 8" descr="story_06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Compteur de rendez-vous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3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profil affiche maintenant le nombre reel de reservations de l'utilisateur courant.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calcul se fait cote backend a partir des reservations persistantes.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frontend sait aussi resynchroniser le compteur pour eviter les zero incoherents.</a:t>
            </a:r>
          </a:p>
        </p:txBody>
      </p:sp>
      <p:pic>
        <p:nvPicPr>
          <p:cNvPr id="8" name="Picture 7" descr="story_07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7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Bouton deconnexion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3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La deconnexion demande une confirmation avant fermeture de session.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stockage local et l'etat reactif sont nettoyes en un seul point.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L'app revient sur login avec historique vide pour proteger le compte.</a:t>
            </a:r>
          </a:p>
        </p:txBody>
      </p:sp>
      <p:pic>
        <p:nvPicPr>
          <p:cNvPr id="8" name="Picture 7" descr="story_08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8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Facture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9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Les factures sont listees par utilisateur et exposees au format PDF.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mobile ouvre le PDF directement depuis la page Factures.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backend derive les montants depuis les reservations et l'etat de paiement.</a:t>
            </a:r>
          </a:p>
        </p:txBody>
      </p:sp>
      <p:pic>
        <p:nvPicPr>
          <p:cNvPr id="8" name="Picture 7" descr="story_09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9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Notification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5309"/>
                </a:solidFill>
                <a:latin typeface="Segoe UI"/>
              </a:rPr>
              <a:t>En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10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Story encore en review sur ce sprint: le contrat API est cadre mais pas finalise.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La route notifications est branchee dans l'API et renvoie pour l'instant un placeholder.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prochain increment devra ajouter la vraie logique metier et l'UX mobile associee.</a:t>
            </a:r>
          </a:p>
        </p:txBody>
      </p:sp>
      <p:pic>
        <p:nvPicPr>
          <p:cNvPr id="8" name="Picture 7" descr="story_10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10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10201</TotalTime>
  <Words>792</Words>
  <Application>Microsoft Office PowerPoint</Application>
  <PresentationFormat>Grand écran</PresentationFormat>
  <Paragraphs>95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Alhousseini Adamou Soumana</cp:lastModifiedBy>
  <cp:revision>2</cp:revision>
  <dcterms:created xsi:type="dcterms:W3CDTF">2013-01-27T09:14:16Z</dcterms:created>
  <dcterms:modified xsi:type="dcterms:W3CDTF">2026-03-31T17:08:53Z</dcterms:modified>
  <cp:category/>
</cp:coreProperties>
</file>