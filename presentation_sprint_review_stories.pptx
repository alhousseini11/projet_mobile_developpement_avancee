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5216" y="512064"/>
            <a:ext cx="1517904" cy="42062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Segoe UI"/>
              </a:rPr>
              <a:t>Sprint </a:t>
            </a:r>
            <a:r>
              <a:rPr lang="fr-CA" sz="1600" b="1" dirty="0">
                <a:solidFill>
                  <a:srgbClr val="FFFFFF"/>
                </a:solidFill>
                <a:latin typeface="Segoe UI"/>
              </a:rPr>
              <a:t>5</a:t>
            </a:r>
            <a:endParaRPr sz="16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10972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1F2C"/>
                </a:solidFill>
                <a:latin typeface="Segoe UI"/>
              </a:rPr>
              <a:t>Presentation des stories du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2039219"/>
            <a:ext cx="32826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475569"/>
                </a:solidFill>
                <a:latin typeface="Segoe UI"/>
              </a:rPr>
              <a:t>Frontend mobile, backend API, stories </a:t>
            </a:r>
            <a:r>
              <a:rPr sz="1800" b="0" dirty="0" err="1">
                <a:solidFill>
                  <a:srgbClr val="475569"/>
                </a:solidFill>
                <a:latin typeface="Segoe UI"/>
              </a:rPr>
              <a:t>livrees</a:t>
            </a:r>
            <a:r>
              <a:rPr sz="1800" b="0" dirty="0">
                <a:solidFill>
                  <a:srgbClr val="475569"/>
                </a:solidFill>
                <a:latin typeface="Segoe UI"/>
              </a:rPr>
              <a:t> point </a:t>
            </a:r>
            <a:r>
              <a:rPr sz="1800" b="0" dirty="0" err="1">
                <a:solidFill>
                  <a:srgbClr val="475569"/>
                </a:solidFill>
                <a:latin typeface="Segoe UI"/>
              </a:rPr>
              <a:t>en</a:t>
            </a:r>
            <a:r>
              <a:rPr sz="1800" b="0" dirty="0">
                <a:solidFill>
                  <a:srgbClr val="475569"/>
                </a:solidFill>
                <a:latin typeface="Segoe UI"/>
              </a:rPr>
              <a:t> review pour la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" y="3328416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"/>
              </a:rPr>
              <a:t>Mars 2026 | Projet Mobile Developpement Avancee</a:t>
            </a:r>
          </a:p>
        </p:txBody>
      </p:sp>
      <p:pic>
        <p:nvPicPr>
          <p:cNvPr id="6" name="Picture 5" descr="cover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1693925"/>
            <a:ext cx="6080760" cy="378104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5907024"/>
            <a:ext cx="10972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71F2C"/>
                </a:solidFill>
                <a:latin typeface="Segoe UI"/>
              </a:rPr>
              <a:t>Une slide par story, avec ecran de l'application et extrait de code explicatif.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Frontend mobile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34097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- application mobile garage et API backend</a:t>
            </a:r>
          </a:p>
        </p:txBody>
      </p:sp>
      <p:pic>
        <p:nvPicPr>
          <p:cNvPr id="6" name="Picture 5" descr="story_01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Architecture NativeScript-Vue decoupee en composants, services et types.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Navigation centralisee avec garde de session entre login et pages metier.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Client API unique pour brancher facilement le mobile au backend distant.</a:t>
            </a:r>
          </a:p>
        </p:txBody>
      </p:sp>
      <p:pic>
        <p:nvPicPr>
          <p:cNvPr id="8" name="Picture 7" descr="story_01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1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Backend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45318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 garage et API backend</a:t>
            </a:r>
          </a:p>
        </p:txBody>
      </p:sp>
      <p:pic>
        <p:nvPicPr>
          <p:cNvPr id="6" name="Picture 5" descr="story_02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API Express modulaire par domaine: auth, reservations, profile, reviews, vehicles.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Healthcheck /health, Prisma migrations et demarrage dockerises pour le VPS.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Couche de tests unitaires + integration pour verrouiller les flux critiques.</a:t>
            </a:r>
          </a:p>
        </p:txBody>
      </p:sp>
      <p:pic>
        <p:nvPicPr>
          <p:cNvPr id="8" name="Picture 7" descr="story_02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2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Avis et paiement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34097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- application mobile garage et API backend</a:t>
            </a:r>
          </a:p>
        </p:txBody>
      </p:sp>
      <p:pic>
        <p:nvPicPr>
          <p:cNvPr id="6" name="Picture 5" descr="story_03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Paiement Stripe configure depuis le profil avec ouverture de Checkout puis synchro.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Avis relies aux rendez-vous pour publier une note et un commentaire par intervention.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backend persiste le moyen de paiement et les reviews par utilisateur.</a:t>
            </a:r>
          </a:p>
        </p:txBody>
      </p:sp>
      <p:pic>
        <p:nvPicPr>
          <p:cNvPr id="8" name="Picture 7" descr="story_03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3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Support FAQ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45318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 garage et API backend</a:t>
            </a:r>
          </a:p>
        </p:txBody>
      </p:sp>
      <p:pic>
        <p:nvPicPr>
          <p:cNvPr id="6" name="Picture 5" descr="story_04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Page support accessible depuis le profil avec contact atelier, horaires et FAQ.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Questions frequentes ouvrables/fermables pour guider le client sans quitter l'app.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Bloc message pret pour la demo et extensible vers un vrai support backend.</a:t>
            </a:r>
          </a:p>
        </p:txBody>
      </p:sp>
      <p:pic>
        <p:nvPicPr>
          <p:cNvPr id="8" name="Picture 7" descr="story_04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7388352" cy="34015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Bouton retour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45318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 garage et API backend</a:t>
            </a:r>
          </a:p>
        </p:txBody>
      </p:sp>
      <p:pic>
        <p:nvPicPr>
          <p:cNvPr id="6" name="Picture 5" descr="story_05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Pattern de retour identique sur les ecrans profil, paiement, factures, FAQ et informations.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La pile de navigation est geree de maniere centralisee pour eviter les impasses UX.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Pendant la demo, l'utilisateur revient toujours a l'ecran precedent proprement.</a:t>
            </a:r>
          </a:p>
        </p:txBody>
      </p:sp>
      <p:pic>
        <p:nvPicPr>
          <p:cNvPr id="8" name="Picture 7" descr="story_05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7388352" cy="34015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Modification de rendez-vous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36662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 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- application mobile garage et API backend</a:t>
            </a:r>
          </a:p>
        </p:txBody>
      </p:sp>
      <p:pic>
        <p:nvPicPr>
          <p:cNvPr id="6" name="Picture 5" descr="story_06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 dirty="0">
                <a:solidFill>
                  <a:srgbClr val="171F2C"/>
                </a:solidFill>
                <a:latin typeface="Segoe UI"/>
              </a:rPr>
              <a:t>Points </a:t>
            </a:r>
            <a:r>
              <a:rPr sz="1800" b="1" dirty="0" err="1">
                <a:solidFill>
                  <a:srgbClr val="171F2C"/>
                </a:solidFill>
                <a:latin typeface="Segoe UI"/>
              </a:rPr>
              <a:t>cles</a:t>
            </a:r>
            <a:endParaRPr sz="1800" b="1" dirty="0">
              <a:solidFill>
                <a:srgbClr val="171F2C"/>
              </a:solidFill>
              <a:latin typeface="Segoe UI"/>
            </a:endParaRP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Depuis</a:t>
            </a:r>
            <a:r>
              <a:rPr dirty="0"/>
              <a:t> Mes </a:t>
            </a:r>
            <a:r>
              <a:rPr dirty="0" err="1"/>
              <a:t>rendez</a:t>
            </a:r>
            <a:r>
              <a:rPr dirty="0"/>
              <a:t>-vous, </a:t>
            </a:r>
            <a:r>
              <a:rPr dirty="0" err="1"/>
              <a:t>l'utilisateur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reouvrir</a:t>
            </a:r>
            <a:r>
              <a:rPr dirty="0"/>
              <a:t> un RDV </a:t>
            </a:r>
            <a:r>
              <a:rPr dirty="0" err="1"/>
              <a:t>existant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edition.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Le </a:t>
            </a:r>
            <a:r>
              <a:rPr dirty="0" err="1"/>
              <a:t>formulaire</a:t>
            </a:r>
            <a:r>
              <a:rPr dirty="0"/>
              <a:t> reservation recharge service, </a:t>
            </a:r>
            <a:r>
              <a:rPr dirty="0" err="1"/>
              <a:t>vehicule</a:t>
            </a:r>
            <a:r>
              <a:rPr dirty="0"/>
              <a:t>, date et </a:t>
            </a:r>
            <a:r>
              <a:rPr dirty="0" err="1"/>
              <a:t>creneau</a:t>
            </a:r>
            <a:r>
              <a:rPr dirty="0"/>
              <a:t>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Le backend </a:t>
            </a:r>
            <a:r>
              <a:rPr dirty="0" err="1"/>
              <a:t>reverifie</a:t>
            </a:r>
            <a:r>
              <a:rPr dirty="0"/>
              <a:t> les </a:t>
            </a:r>
            <a:r>
              <a:rPr dirty="0" err="1"/>
              <a:t>disponibilites</a:t>
            </a:r>
            <a:r>
              <a:rPr dirty="0"/>
              <a:t> avant de </a:t>
            </a:r>
            <a:r>
              <a:rPr dirty="0" err="1"/>
              <a:t>persister</a:t>
            </a:r>
            <a:r>
              <a:rPr dirty="0"/>
              <a:t> la mise a jour.</a:t>
            </a:r>
          </a:p>
        </p:txBody>
      </p:sp>
      <p:pic>
        <p:nvPicPr>
          <p:cNvPr id="8" name="Picture 7" descr="story_06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6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Modification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40509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 garage et API backend</a:t>
            </a:r>
          </a:p>
        </p:txBody>
      </p:sp>
      <p:pic>
        <p:nvPicPr>
          <p:cNvPr id="6" name="Picture 5" descr="story_05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 dirty="0">
                <a:solidFill>
                  <a:srgbClr val="171F2C"/>
                </a:solidFill>
                <a:latin typeface="Segoe UI"/>
              </a:rPr>
              <a:t>Points </a:t>
            </a:r>
            <a:r>
              <a:rPr sz="1800" b="1" dirty="0" err="1">
                <a:solidFill>
                  <a:srgbClr val="171F2C"/>
                </a:solidFill>
                <a:latin typeface="Segoe UI"/>
              </a:rPr>
              <a:t>cles</a:t>
            </a:r>
            <a:endParaRPr sz="1800" b="1" dirty="0">
              <a:solidFill>
                <a:srgbClr val="171F2C"/>
              </a:solidFill>
              <a:latin typeface="Segoe UI"/>
            </a:endParaRP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Le client </a:t>
            </a:r>
            <a:r>
              <a:rPr dirty="0" err="1"/>
              <a:t>modifie</a:t>
            </a:r>
            <a:r>
              <a:rPr dirty="0"/>
              <a:t>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coordonnees</a:t>
            </a:r>
            <a:r>
              <a:rPr dirty="0"/>
              <a:t> et preferences </a:t>
            </a:r>
            <a:r>
              <a:rPr dirty="0" err="1"/>
              <a:t>depuis</a:t>
            </a:r>
            <a:r>
              <a:rPr dirty="0"/>
              <a:t> Mes </a:t>
            </a:r>
            <a:r>
              <a:rPr dirty="0" err="1"/>
              <a:t>informations</a:t>
            </a:r>
            <a:r>
              <a:rPr dirty="0"/>
              <a:t>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Le payload est </a:t>
            </a:r>
            <a:r>
              <a:rPr dirty="0" err="1"/>
              <a:t>normalise</a:t>
            </a:r>
            <a:r>
              <a:rPr dirty="0"/>
              <a:t> cote frontend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envoye</a:t>
            </a:r>
            <a:r>
              <a:rPr dirty="0"/>
              <a:t> a PUT /</a:t>
            </a:r>
            <a:r>
              <a:rPr dirty="0" err="1"/>
              <a:t>api</a:t>
            </a:r>
            <a:r>
              <a:rPr dirty="0"/>
              <a:t>/profile.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rPr dirty="0"/>
              <a:t>- La session </a:t>
            </a:r>
            <a:r>
              <a:rPr dirty="0" err="1"/>
              <a:t>reste</a:t>
            </a:r>
            <a:r>
              <a:rPr dirty="0"/>
              <a:t> </a:t>
            </a:r>
            <a:r>
              <a:rPr dirty="0" err="1"/>
              <a:t>coherente</a:t>
            </a:r>
            <a:r>
              <a:rPr dirty="0"/>
              <a:t> meme </a:t>
            </a:r>
            <a:r>
              <a:rPr dirty="0" err="1"/>
              <a:t>apres</a:t>
            </a:r>
            <a:r>
              <a:rPr dirty="0"/>
              <a:t> </a:t>
            </a:r>
            <a:r>
              <a:rPr dirty="0" err="1"/>
              <a:t>changement</a:t>
            </a:r>
            <a:r>
              <a:rPr dirty="0"/>
              <a:t> </a:t>
            </a:r>
            <a:r>
              <a:rPr dirty="0" err="1"/>
              <a:t>d'email</a:t>
            </a:r>
            <a:r>
              <a:rPr dirty="0"/>
              <a:t>.</a:t>
            </a:r>
          </a:p>
        </p:txBody>
      </p:sp>
      <p:pic>
        <p:nvPicPr>
          <p:cNvPr id="8" name="Picture 7" descr="story_07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7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Compteur de rendez-vous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40509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 garage et API backend</a:t>
            </a:r>
          </a:p>
        </p:txBody>
      </p:sp>
      <p:pic>
        <p:nvPicPr>
          <p:cNvPr id="6" name="Picture 5" descr="story_04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profil affiche maintenant le nombre reel de reservations de l'utilisateur courant.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calcul se fait cote backend a partir des reservations persistantes.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frontend sait aussi resynchroniser le compteur pour eviter les zero incoherents.</a:t>
            </a:r>
          </a:p>
        </p:txBody>
      </p:sp>
      <p:pic>
        <p:nvPicPr>
          <p:cNvPr id="8" name="Picture 7" descr="story_08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8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Bouton deconnexion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36662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- application mobile garage et API backend</a:t>
            </a:r>
          </a:p>
        </p:txBody>
      </p:sp>
      <p:pic>
        <p:nvPicPr>
          <p:cNvPr id="6" name="Picture 5" descr="story_04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La deconnexion demande une confirmation avant fermeture de session.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stockage local et l'etat reactif sont nettoyes en un seul point.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L'app revient sur login avec historique vide pour proteger le compte.</a:t>
            </a:r>
          </a:p>
        </p:txBody>
      </p:sp>
      <p:pic>
        <p:nvPicPr>
          <p:cNvPr id="8" name="Picture 7" descr="story_09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09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Facture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Segoe UI"/>
              </a:rPr>
              <a:t>Livree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40509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 garage et API backend</a:t>
            </a:r>
          </a:p>
        </p:txBody>
      </p:sp>
      <p:pic>
        <p:nvPicPr>
          <p:cNvPr id="6" name="Picture 5" descr="story_10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Les factures sont listees par utilisateur et exposees au format PDF.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mobile ouvre le PDF directement depuis la page Factures.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backend derive les montants depuis les reservations et l'etat de paiement.</a:t>
            </a:r>
          </a:p>
        </p:txBody>
      </p:sp>
      <p:pic>
        <p:nvPicPr>
          <p:cNvPr id="8" name="Picture 7" descr="story_10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10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064" y="420624"/>
            <a:ext cx="932688" cy="4023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Story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310896"/>
            <a:ext cx="8138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71F2C"/>
                </a:solidFill>
                <a:latin typeface="Segoe UI"/>
              </a:rPr>
              <a:t>Notification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420624"/>
            <a:ext cx="1325880" cy="402336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5309"/>
                </a:solidFill>
                <a:latin typeface="Segoe UI"/>
              </a:rPr>
              <a:t>En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40509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Segoe UI"/>
              </a:rPr>
              <a:t>Sprint </a:t>
            </a:r>
            <a:r>
              <a:rPr lang="fr-CA" sz="1100" b="0" dirty="0">
                <a:solidFill>
                  <a:srgbClr val="475569"/>
                </a:solidFill>
                <a:latin typeface="Segoe UI"/>
              </a:rPr>
              <a:t>5</a:t>
            </a:r>
            <a:r>
              <a:rPr sz="1100" b="0" dirty="0">
                <a:solidFill>
                  <a:srgbClr val="475569"/>
                </a:solidFill>
                <a:latin typeface="Segoe UI"/>
              </a:rPr>
              <a:t> - application mobile garage et API backend</a:t>
            </a:r>
          </a:p>
        </p:txBody>
      </p:sp>
      <p:pic>
        <p:nvPicPr>
          <p:cNvPr id="6" name="Picture 5" descr="story_11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419856" cy="5047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4528" y="1298448"/>
            <a:ext cx="738835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37160" bIns="91440" rtlCol="0" anchor="ctr"/>
          <a:lstStyle/>
          <a:p>
            <a:pPr algn="ctr"/>
            <a:r>
              <a:rPr sz="1800" b="1">
                <a:solidFill>
                  <a:srgbClr val="171F2C"/>
                </a:solidFill>
                <a:latin typeface="Segoe UI"/>
              </a:rPr>
              <a:t>Points cles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Story encore en review sur ce sprint: le contrat API est cadre mais pas finalise.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La route notifications est branchee dans l'API et renvoie pour l'instant un placeholder.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- Le prochain increment devra ajouter la vraie logique metier et l'UX mobile associee.</a:t>
            </a:r>
          </a:p>
        </p:txBody>
      </p:sp>
      <p:pic>
        <p:nvPicPr>
          <p:cNvPr id="8" name="Picture 7" descr="story_11_c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852928"/>
            <a:ext cx="3584448" cy="3401568"/>
          </a:xfrm>
          <a:prstGeom prst="rect">
            <a:avLst/>
          </a:prstGeom>
        </p:spPr>
      </p:pic>
      <p:pic>
        <p:nvPicPr>
          <p:cNvPr id="9" name="Picture 8" descr="story_11_cod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852928"/>
            <a:ext cx="3584448" cy="3401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Presentation generee automatiquement a partir des composants, services et controllers du repo.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10212</TotalTime>
  <Words>836</Words>
  <Application>Microsoft Office PowerPoint</Application>
  <PresentationFormat>Grand écran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Alhousseini Adamou Soumana</cp:lastModifiedBy>
  <cp:revision>2</cp:revision>
  <dcterms:created xsi:type="dcterms:W3CDTF">2013-01-27T09:14:16Z</dcterms:created>
  <dcterms:modified xsi:type="dcterms:W3CDTF">2026-03-31T17:08:48Z</dcterms:modified>
  <cp:category/>
</cp:coreProperties>
</file>