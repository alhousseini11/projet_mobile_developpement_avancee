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93776"/>
            <a:ext cx="13898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Sprint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78992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Presentation de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Segoe UI"/>
              </a:rPr>
              <a:t>Moderation des avis, fiabilite multi-service, gestion des comptes et vues video qualifiees.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54203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Segoe UI"/>
              </a:rPr>
              <a:t>Perimetre technique : mobile NativeScript-Vue, admin web TypeScript, backend Node/Express/Prisma.</a:t>
            </a:r>
          </a:p>
        </p:txBody>
      </p:sp>
      <p:pic>
        <p:nvPicPr>
          <p:cNvPr id="6" name="Picture 5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713232"/>
            <a:ext cx="576072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2889504"/>
            <a:ext cx="2578608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/>
          <a:lstStyle/>
          <a:p>
            <a:pPr algn="ctr"/>
            <a:r>
              <a:rPr sz="1300" b="1">
                <a:solidFill>
                  <a:srgbClr val="475569"/>
                </a:solidFill>
                <a:latin typeface="Segoe UI"/>
              </a:rPr>
              <a:t>Stories</a:t>
            </a:r>
          </a:p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stories de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2889504"/>
            <a:ext cx="2578608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/>
          <a:lstStyle/>
          <a:p>
            <a:pPr algn="ctr"/>
            <a:r>
              <a:rPr sz="1300" b="1">
                <a:solidFill>
                  <a:srgbClr val="475569"/>
                </a:solidFill>
                <a:latin typeface="Segoe UI"/>
              </a:rPr>
              <a:t>Sous-taches</a:t>
            </a:r>
          </a:p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12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elements fonctionnels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968496"/>
            <a:ext cx="2578608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/>
          <a:lstStyle/>
          <a:p>
            <a:pPr algn="ctr"/>
            <a:r>
              <a:rPr sz="1300" b="1">
                <a:solidFill>
                  <a:srgbClr val="475569"/>
                </a:solidFill>
                <a:latin typeface="Segoe UI"/>
              </a:rPr>
              <a:t>Extraits code</a:t>
            </a:r>
          </a:p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snippets commentes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3968496"/>
            <a:ext cx="2578608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/>
          <a:lstStyle/>
          <a:p>
            <a:pPr algn="ctr"/>
            <a:r>
              <a:rPr sz="1300" b="1">
                <a:solidFill>
                  <a:srgbClr val="475569"/>
                </a:solidFill>
                <a:latin typeface="Segoe UI"/>
              </a:rPr>
              <a:t>Couches</a:t>
            </a:r>
          </a:p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mobile, admin,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5084064"/>
            <a:ext cx="2286000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Story 01 - Moderation admin des avis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creation de GET /api/admin/reviews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ajout de DELETE /api/admin/reviews/:reviewId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integration du bouton Supprimer dans la console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5084064"/>
            <a:ext cx="2286000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Story 02 - Correction du probleme d'heure en multi-service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creation du moteur buildReservationSchedulePlans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remplacement de l'intersection brute des slots dans Reservations.vue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reutilisation du plan lors de la creation des reservations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5084064"/>
            <a:ext cx="2286000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Story 03 - Activation et desactivation des comptes cote admin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ajout du champ active et de la migration Prisma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creation du endpoint PATCH /api/admin/users/:userId/activation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branchage du toggle dans la console admin et dans auth.service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5084064"/>
            <a:ext cx="2286000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Story 04 - Systeme de vues video qualifiees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temporisation de lecture dans TutorialVideoPlayer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stockage TutorialView pour memoriser le dernier visionnage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endpoint POST /api/tutorials/:id/views avec garde anti-doublon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932688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Moderation admin des avis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Segoe UI"/>
              </a:rPr>
              <a:t>Sprint 7 - demonstration mobile, admin web et backend</a:t>
            </a:r>
          </a:p>
        </p:txBody>
      </p:sp>
      <p:pic>
        <p:nvPicPr>
          <p:cNvPr id="5" name="Picture 4" descr="story_01_review_moder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33856"/>
            <a:ext cx="11109960" cy="23042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0352" y="3639312"/>
            <a:ext cx="5358384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Un flux de moderation a ete ajoute dans le back-office pour lister les avis clients et supprimer un commentaire malsain, injurieux ou hors sujet sans impacter la reservation associee.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3639312"/>
            <a:ext cx="566013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Vue admin dediee avec client, service, note et commentaire.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Suppression via confirmation UI puis appel DELETE securise.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La liste des avis et les indicateurs du dashboard sont resynchronises apres suppression.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4700016"/>
            <a:ext cx="5358384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creation de GET /api/admin/reviews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ajout de DELETE /api/admin/reviews/:reviewId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integration du bouton Supprimer dans la console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4700016"/>
            <a:ext cx="5660136" cy="74980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Problemes resolus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Aucune moderation n'existait cote admin.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Les droits de suppression devaient rester reserves au role ADMIN.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Les compteurs et listes devaient rester coherents apres deletion.</a:t>
            </a:r>
          </a:p>
        </p:txBody>
      </p:sp>
      <p:pic>
        <p:nvPicPr>
          <p:cNvPr id="10" name="Picture 9" descr="story_01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5596128"/>
            <a:ext cx="11109960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932688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Correction du probleme d'heure en multi-service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Segoe UI"/>
              </a:rPr>
              <a:t>Sprint 7 - demonstration mobile, admin web et backend</a:t>
            </a:r>
          </a:p>
        </p:txBody>
      </p:sp>
      <p:pic>
        <p:nvPicPr>
          <p:cNvPr id="5" name="Picture 4" descr="story_02_multiservice_fix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33856"/>
            <a:ext cx="11109960" cy="23042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0352" y="3639312"/>
            <a:ext cx="5358384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La reservation multi-service n'utilise plus une intersection stricte des creneaux. Le frontend construit maintenant un plan sequentiel: une heure de debut est choisie, puis les services suivants s'enchainent sur les prochains slots compatibles.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3639312"/>
            <a:ext cx="566013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L'heure de depart redevient visible meme avec plusieurs services.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Les prestations sont planifiees dans l'ordre choisi par l'utilisateur.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 payload envoye au backend reutilise le meme plan que celui affiche dans l'interface.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4700016"/>
            <a:ext cx="5358384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creation du moteur buildReservationSchedulePlans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remplacement de l'intersection brute des slots dans Reservations.vue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reutilisation du plan lors de la creation des reservations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4700016"/>
            <a:ext cx="5660136" cy="74980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Problemes resolus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L'intersection exacte des horaires renvoyait souvent une liste vide.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L'UI affichait Aucun creneau alors qu'un enchainement reel etait possible.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 calcul d'affichage et le payload backend devaient rester alignes.</a:t>
            </a:r>
          </a:p>
        </p:txBody>
      </p:sp>
      <p:pic>
        <p:nvPicPr>
          <p:cNvPr id="10" name="Picture 9" descr="story_02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5596128"/>
            <a:ext cx="11109960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932688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Activation et desactivation des comptes cote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Segoe UI"/>
              </a:rPr>
              <a:t>Sprint 7 - demonstration mobile, admin web et backend</a:t>
            </a:r>
          </a:p>
        </p:txBody>
      </p:sp>
      <p:pic>
        <p:nvPicPr>
          <p:cNvPr id="5" name="Picture 4" descr="story_03_account_activ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33856"/>
            <a:ext cx="11109960" cy="23042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0352" y="3639312"/>
            <a:ext cx="5358384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Le back-office permet maintenant de reactiver ou desactiver un compte. Le statut active est stocke en base, visible dans la table utilisateurs et applique a l'authentification, au refresh token et aux routes protegees.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3639312"/>
            <a:ext cx="566013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Boutons Desactiver / Reactiver directement dans la table admin.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Blocage des connexions et refresh pour un compte inactif.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Protection contre l'auto-desactivation et la desactivation du dernier admin actif.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4700016"/>
            <a:ext cx="5358384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ajout du champ active et de la migration Prisma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creation du endpoint PATCH /api/admin/users/:userId/activation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branchage du toggle dans la console admin et dans auth.service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4700016"/>
            <a:ext cx="5660136" cy="74980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Problemes resolus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Un simple changement visuel ne suffisait pas: le backend devait refuser les sessions inactives.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Il fallait eviter de bloquer la plateforme en desactivant le dernier admin.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Les flux login, refresh et reset devaient rester coherents avec le statut active.</a:t>
            </a:r>
          </a:p>
        </p:txBody>
      </p:sp>
      <p:pic>
        <p:nvPicPr>
          <p:cNvPr id="10" name="Picture 9" descr="story_03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5596128"/>
            <a:ext cx="11109960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65760"/>
            <a:ext cx="932688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Story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29260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Systeme de vues video qualifiees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Segoe UI"/>
              </a:rPr>
              <a:t>Sprint 7 - demonstration mobile, admin web et backend</a:t>
            </a:r>
          </a:p>
        </p:txBody>
      </p:sp>
      <p:pic>
        <p:nvPicPr>
          <p:cNvPr id="5" name="Picture 4" descr="story_04_video_view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33856"/>
            <a:ext cx="11109960" cy="23042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0352" y="3639312"/>
            <a:ext cx="5358384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Definition de la story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Le compteur de vues tutoriels ne repose plus sur un simple clic. L'application attend une lecture reelle puis le backend dedoublonne par utilisateur avant d'incrementer le compteur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3639312"/>
            <a:ext cx="566013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Declenchement cote mobile apres quelques secondes de lecture reelle.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Une seule vue comptee par utilisateur dans la fenetre de qualification.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Mise a jour atomique du compteur dans l'API tutoriels.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4700016"/>
            <a:ext cx="5358384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Sous-taches livrees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temporisation de lecture dans TutorialVideoPlayer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stockage TutorialView pour memoriser le dernier visionnage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endpoint POST /api/tutorials/:id/views avec garde anti-doublon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4700016"/>
            <a:ext cx="5660136" cy="74980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>
            <a:norm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Problemes resolus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Un simple tap sur Lire pouvait gonfler artificiellement le compteur.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Il fallait empecher plusieurs increments consecutifs par le meme utilisateur.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- Les utilisateurs anonymes devaient ouvrir la video sans compter une vue.</a:t>
            </a:r>
          </a:p>
        </p:txBody>
      </p:sp>
      <p:pic>
        <p:nvPicPr>
          <p:cNvPr id="10" name="Picture 9" descr="story_04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5596128"/>
            <a:ext cx="11109960" cy="950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