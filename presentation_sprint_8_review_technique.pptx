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991B1B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834640" cy="58064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54680" y="868680"/>
            <a:ext cx="8458200" cy="54406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3657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Sprint 8 • Version Enseignant /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182880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Revue
technique
structurée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325880"/>
            <a:ext cx="72237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Projet_Mobile_developpement_avancee
Architecture, qualité, prod, CI, tests et 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514600"/>
            <a:ext cx="722376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Objectif du support: expliquer précisément ce qui a été changé,
pourquoi cela a été fait et comment cela réduit le risque technique.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379476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379476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0" y="3794760"/>
            <a:ext cx="2240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3977639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Aptos"/>
              </a:rPr>
              <a:t>Back +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97680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Prisma • Docker • env •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977639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Aptos"/>
              </a:rPr>
              <a:t>Qualité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97680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CI • coverage • tests critiques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977639"/>
            <a:ext cx="1828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Aptos"/>
              </a:rPr>
              <a:t>Frontend mobile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297680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env explicite • runtime NativeScript</a:t>
            </a:r>
          </a:p>
        </p:txBody>
      </p:sp>
      <p:pic>
        <p:nvPicPr>
          <p:cNvPr id="18" name="Picture 17" descr="Logo-centr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64592"/>
            <a:ext cx="676102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Périmètre du sprint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Backlog structuré en stories et en sous-tâches techniques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ptos"/>
              </a:rPr>
              <a:t>Le sprint a principalement renforcé la robustesse du système plutôt que d'ajouter une seule fonctionnalité visible. Le thème central est la réduction du risque: drift Prisma, env prod, CI, sécurité HTTP, tests, observabilité et ciblage mobile de l'API.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60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743200"/>
            <a:ext cx="298094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Fondations 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63239"/>
            <a:ext cx="2980944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01 Drift Prisma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02 Secrets Dockerfile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03 env.ts prod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560320"/>
            <a:ext cx="3657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743200"/>
            <a:ext cx="325526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Qualité de livraison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3063239"/>
            <a:ext cx="3255264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05 CI GitHub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07 Tests critiques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08 Observabilité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56032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743200"/>
            <a:ext cx="316382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Maintenabilité métier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3063239"/>
            <a:ext cx="3163824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06 Refacto home testable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720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754880"/>
            <a:ext cx="4901183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Frontend API 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5074920"/>
            <a:ext cx="4901183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04 Fin du fallback VPS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10 Runtime NativeScript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57200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754880"/>
            <a:ext cx="499262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Sécurité HTTP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074920"/>
            <a:ext cx="4992624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09 Hardening HTTP minimal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Vue architecture des changements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Lecture par couches du système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72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10378440" cy="658368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83664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tos"/>
              </a:rPr>
              <a:t>Frontend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65376"/>
            <a:ext cx="78638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NativeScript/Vue • api.ts centralisé • environnements explicites • runtime build-time env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2450591"/>
            <a:ext cx="411480" cy="256032"/>
          </a:xfrm>
          <a:prstGeom prst="down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606040"/>
            <a:ext cx="10378440" cy="658368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06624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B45309"/>
                </a:solidFill>
                <a:latin typeface="Aptos"/>
              </a:rPr>
              <a:t>HTTP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88336"/>
            <a:ext cx="78638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Express • request logger • error handler • healthcheck • security guards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06440" y="3273552"/>
            <a:ext cx="411480" cy="256032"/>
          </a:xfrm>
          <a:prstGeom prst="down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429000"/>
            <a:ext cx="10378440" cy="65836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29584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5803D"/>
                </a:solidFill>
                <a:latin typeface="Aptos"/>
              </a:rPr>
              <a:t>Métier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511296"/>
            <a:ext cx="78638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home.service • auth/profile/reservations • règles métier testées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06440" y="4096512"/>
            <a:ext cx="411480" cy="256032"/>
          </a:xfrm>
          <a:prstGeom prst="down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251960"/>
            <a:ext cx="10378440" cy="65836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52544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tos"/>
              </a:rPr>
              <a:t>Data / Prisma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334256"/>
            <a:ext cx="78638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migrations versionnées • databaseReadiness • prisma:check • prisma migrate deploy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06440" y="4919472"/>
            <a:ext cx="411480" cy="256032"/>
          </a:xfrm>
          <a:prstGeom prst="down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074920"/>
            <a:ext cx="10378440" cy="658368"/>
          </a:xfrm>
          <a:prstGeom prst="roundRect">
            <a:avLst/>
          </a:prstGeom>
          <a:solidFill>
            <a:srgbClr val="FEF9C3"/>
          </a:solidFill>
          <a:ln>
            <a:solidFill>
              <a:srgbClr val="FEF9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75504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A16207"/>
                </a:solidFill>
                <a:latin typeface="Aptos"/>
              </a:rPr>
              <a:t>Livraison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157216"/>
            <a:ext cx="78638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50" b="0">
                <a:solidFill>
                  <a:srgbClr val="1E293B"/>
                </a:solidFill>
                <a:latin typeface="Aptos"/>
              </a:rPr>
              <a:t>Docker runtime propre • CI Node 20 • tests + coverage • VPS/Nginx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424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Message clé: la majorité des changements sont transverses. Le sprint a consolidé la chaîne complète, du mobile jusqu'au déploiement.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01 • Corriger le drift Prisma / 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Empêcher tout démarrage backend sur une base qui ne correspond pas au code déployé.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Transformer les incohérences Prisma en erreur de préflight claire et actionnable.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Scanner les migrations locales et l'état réel de _prisma_migrations.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Comparer tables/colonnes réelles avec le schéma Prisma attendu.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Bloquer le boot si migration absente, échouée ou inconnue.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 de databaseReadiness.ts + schemaManifest.ts.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Préflight lancé dans server.ts avant createHttpApp().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Commande prisma:check réutilisable en CI, local et prod.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backend/src/data/prisma/databaseReadiness.ts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backend/src/data/prisma/schemaManifest.ts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backend/src/server.ts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backend/PRISMA_WORKFLOW.md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Erreurs explicites observées sur table _prisma_migrations absente.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VPS validé avec prisma:status, prisma:check, prisma:migrate:deploy.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02 • Retirer les secrets du Dockerfile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Séparer proprement build-time et runtime dans l'image backend.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Éviter tout secret ou configuration de prod embarqué dans l'image.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Conserver uniquement une DATABASE_URL placeholder pour le build Prisma.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Injecter la vraie configuration via Docker Compose au runtime.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Préserver prisma migrate deploy au démarrage du conteneur.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Dockerfile multi-stage simplifié.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CMD runtime: vérification DATABASE_URL puis migrate deploy puis node dist/server.js.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Documentation de déploiement mise à jour.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backend/Dockerfile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docker-compose.prod.yml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DEPLOYMENT.md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build ne dépend plus d'un secret réel.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runtime échoue explicitement si DATABASE_URL manque.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03 • Durcir env.ts pour la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Supprimer les fallbacks dangereux et rendre la prod explicitement validée.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Centraliser les règles d'environnement dans une seule couche lisible.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requireEnv() et requireEnvInProduction().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Exiger DATABASE_URL et JWT_SECRET en production.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Désactiver DEMO_MODE par défaut.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Valider aussi les origines CORS et la config associée.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validateRuntimeEnv() appelé au démarrage.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Messages d'erreur actionnables et bloquants.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backend/.env.example et .env.prod.example réalignés.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backend/src/config/env.ts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backend/.env.example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backend/.env.prod.example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README.md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DEPLOYMENT.md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Cas réel observé: JWT_SECRET manquant sur VPS, backend stoppé proprement.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cause a été trouvée sans ambiguïté grâce au préflight runtime.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04 • Remplacer le fallback d'IP VPS dans le frontend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Éviter qu'un développeur pointe vers la prod sans le vouloir.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Rendre explicites les contextes local, VPS partagé et prod.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Supprimer le fallback implicite d'IP dans api.ts.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Normaliser l'URL API et rejeter les mauvaises valeurs.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Introduire des fichiers .env dédiés et des scripts de run explicites.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Lecture stricte de NS_API_BASE_URL.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Scripts android:local / android:shared-vps / build:*:prod.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Documentation frontend mise à jour.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frontend/app/utils/api.ts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frontend/package.json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frontend/scripts/run-with-env.js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frontend/.env.local.example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frontend/.env.shared-vps.example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frontend/.env.prod.example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L'app n'a plus de fallback VPS hardcodé.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message [API_CONFIG] guide directement vers la bonne commande.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05 • Nettoyer et fiabiliser la CI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Rendre la CI stable, lisible et alignée avec le vrai pipeline backend/frontend.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Vérifier Prisma avant les tests au lieu de découvrir les problèmes plus tard.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Aligner Node sur 20 pour tous les jobs.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Valider Prisma et appliquer les migrations sur une base CI propre.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Exécuter prisma:check avant build/tests.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Stabiliser la couverture backend avec c8.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Workflow CI avec matrix backend tests/coverage.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Frontend limité au type-check ciblé et rapide.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Suppression du schéma coverage incompatible Node 20.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.github/workflows/ci.yml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backend/package.json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Ordre final: install -&gt; prisma generate -&gt; validate -&gt; migrate -&gt; check -&gt; test.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Script test:coverage:ci réparé pour la CI Node 20.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06 • Refactoriser le module home pour le rendre testable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Déplacer la logique métier hors du contrôleur HTTP.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Pouvoir tester le home feed sans dépendre de Prisma ou d'Express.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Créer home.service avec logique pure et injection de dépendances.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Déplacer l'accès aux données dans home.repository.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Conserver une compatibilité API maximale.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Helpers métiers: displayName, appointment label, reminder message.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Fallback propre si repository indisponible.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home.controller réduit à la couche transport.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backend/src/modules/home/home.controller.ts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backend/src/modules/home/home.service.ts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backend/src/modules/home/home.repository.ts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backend/tests/homeService.test.ts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Cas testés: enrichi, vide, dépendance en erreur.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module est devenu lisible et injectable.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07 • Ajouter des tests vraiment utiles sur les routes critiques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Couvrir les scénarios métier et sécurité, pas seulement un taux abstrait de coverage.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Sécuriser auth, home, reservations, profile et password reset.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Créer une base de test PostgreSQL temporaire et appliquer les migrations à chaud.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Tester les parcours succès, erreurs métier et accès interdits.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Vérifier les réponses publiques, les headers utiles et les routes protégées.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httpIntegration.test.ts monte l'app sur un port éphémère.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applyMigrations() lancé avant les scénarios d'intégration.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Tests additionnels sur health, home service, guards et helpers.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backend/tests/httpIntegration.test.ts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backend/tests/homeService.test.ts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backend/tests/health.test.ts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backend/tests/controllerInternals.test.ts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Suite locale exécutée: 72 tests verts.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Exemples couverts: 401, 403, 404, 409, home vide valide, reset code réutilisé rejeté.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08 • Ajouter observabilité + healthcheck utile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Pouvoir diagnostiquer rapidement les problèmes backend en dev, CI et prod.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Rendre le healthcheck exploitable par Docker et un humain.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request id, durée, taille de réponse, IP, userId et méthode dans les logs.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Créer un /health avec statut app, statut DB, timestamp et environnement.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Décrire les erreurs Prisma dans une structure lisible.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Middleware requestLogger avec x-request-id.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readHealthCheck() basé sur une sonde DB.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describePrismaError() pour les logs structurés côté backend.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backend/src/core/http/middleware/requestLogger.ts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backend/src/core/http/health.ts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backend/src/data/prisma/prismaError.ts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backend/tests/health.test.ts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Health endpoint vérifié dans les tests d'intégration.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Logs structurés visibles pendant npm test et sur le VPS.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09 • Durcir la sécurité HTTP minimale du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Aptos"/>
              </a:rPr>
              <a:t>Branche prête à merger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des garde-fous HTTP simples mais utiles sans casser le mobile.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Fermer les trous les plus visibles côté headers, CORS, taille de payload et abuse auth.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helmet avec options compatibles NativeScript/mobile.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Rendre CORS explicite en production via allowlist.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rate limit sur register/login/forgot/reset.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Masquer les erreurs génériques en prod tout en gardant les AppError métier.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Nouveau security.ts avec createCorsOptions() et createAuthRateLimit().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Nouveau httpErrors.ts pour les messages publics et statuts HTTP.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createHttpApp.ts durci avec trust proxy, json limit et helmet.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backend/src/core/http/security.ts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backend/src/core/http/httpErrors.ts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backend/src/core/http/createHttpApp.ts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backend/tests/httpSecurity.test.ts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branche: feat/backend-http-security-hardening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Tests dédiés: CORS, status resolution, public error message.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lot est prêt à merger mais pas encore sur main.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10 • Optimiser la fiabilité perçue côté frontend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technique détaillée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Aptos"/>
              </a:rPr>
              <a:t>Branche prête à merger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69080" y="1234440"/>
            <a:ext cx="36576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9560" y="1234440"/>
            <a:ext cx="374903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4023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3429000"/>
            <a:ext cx="6949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Objectif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Supprimer les faux timeouts et mauvais ciblages d'API dus au runtime NativeScript.</a:t>
            </a:r>
          </a:p>
          <a:p>
            <a:pPr>
              <a:buClr/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Rendre l'environnement frontend réellement effectif jusque dans le bundle Android.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1546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Injecter NS_API_BASE_URL au build via DefinePlugin.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Lire la valeur build-time dans api.ts avant process.env.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Bloquer les scripts android/ios génériques tant qu'un environnement explicite n'est pas choisi.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Documenter les usages local / VPS / prod pour l'équipe.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426464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Implémentation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2461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webpack.config.js injecte __NS_API_BASE_URL__.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require-explicit-env.js évite les faux démarrages.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Fix poussé sur la branche fix/frontend-nativescript-env-runtime.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/ modules touchés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352044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frontend/webpack.config.js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frontend/app/utils/api.ts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frontend/package.json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frontend/scripts/require-explicit-env.js</a:t>
            </a:r>
          </a:p>
          <a:p>
            <a:pPr>
              <a:buClr/>
              <a:spcAft>
                <a:spcPts val="400"/>
              </a:spcAft>
              <a:defRPr sz="123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branche: fix/frontend-nativescript-env-runtime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Validation / preuves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31920"/>
            <a:ext cx="635508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type-check frontend vert.</a:t>
            </a:r>
          </a:p>
          <a:p>
            <a:pPr>
              <a:buClr/>
              <a:spcAft>
                <a:spcPts val="4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variable NS_API_BASE_URL est confirmée dans le bundle avant le run Android.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Étude de cas recette VPS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Comment les nouveaux garde-fous ont aidé en situation réelle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Chronologie du 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93776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1. Nginx ne démarre pas car backend unhealthy.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2. Logs backend: migrations OK, mais validateRuntimeEnv() bloque.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3. Diagnostic ciblé dans le conteneur: DATABASE_URL=present, JWT_SECRET=missing.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4. Cause réelle isolée: variable obligatoire absente en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Ce que cela prouve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75488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préflight Prisma n'a pas masqué la réalité: il a d'abord validé la couche data.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hardening env.ts a empêché un backend mal sécurisé de démarrer.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L'observabilité a permis d'écarter immédiatement une fausse piste réseau.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support de sprint peut montrer non seulement du code, mais un bénéfice opérationnel réel.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868680"/>
            <a:ext cx="10698480" cy="53492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43000"/>
            <a:ext cx="59436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Conclusion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32688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Le sprint 8 a surtout sécurisé la chaîne de livraison et d'exécution.
La valeur principale est la réduction des états incohérents, des déploiements fragiles et des diagnostics lents.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743200"/>
            <a:ext cx="4754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80760" y="2743200"/>
            <a:ext cx="45720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926080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Ce qui est désormais robuste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246120"/>
            <a:ext cx="40690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Base Prisma et schéma versionnés et vérifiés.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Boot prod contrôlé par des variables critiques obligatoires.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CI reproductible et centrée sur Prisma + tests.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Frontend mobile ciblant explicitement son 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926080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Prochain lot recommandé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3246120"/>
            <a:ext cx="38404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Merger les branches story 09 et story 10.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Finaliser backend/.env.prod sur le VPS.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Activer l'URL Nginx finale côté mobile partagé.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Conserver cette discipline de préflight sur les prochains sprints.</a:t>
            </a:r>
          </a:p>
        </p:txBody>
      </p:sp>
      <p:pic>
        <p:nvPicPr>
          <p:cNvPr id="11" name="Picture 10" descr="Logo-centr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005840"/>
            <a:ext cx="820981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