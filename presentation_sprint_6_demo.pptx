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30352"/>
            <a:ext cx="1325880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Sprint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78992"/>
            <a:ext cx="5577840" cy="786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Segoe UI"/>
              </a:rPr>
              <a:t>Presentation de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65376"/>
            <a:ext cx="51206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Segoe UI"/>
              </a:rPr>
              <a:t>Logo, experience tutorielle, console admin, services, routes securisees et reinitialisation par courriel.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743200"/>
            <a:ext cx="43891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Une slide par story, avec visuel et extrait de code commente.</a:t>
            </a:r>
          </a:p>
        </p:txBody>
      </p:sp>
      <p:pic>
        <p:nvPicPr>
          <p:cNvPr id="6" name="Picture 5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68096"/>
            <a:ext cx="5989320" cy="54132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5833872"/>
            <a:ext cx="10972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Segoe UI"/>
              </a:rPr>
              <a:t>Projet Mobile Developpement Avancee - deck genere automatiquement depuis le 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438912"/>
            <a:ext cx="5303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Vue d'ensemble Sprint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6949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Statistiques des stories livrees et volume de sous-taches traitees pendant le sprint.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98448"/>
            <a:ext cx="2505456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/>
          <a:lstStyle/>
          <a:p>
            <a:pPr algn="ctr"/>
            <a:r>
              <a:rPr sz="1400" b="1">
                <a:solidFill>
                  <a:srgbClr val="475569"/>
                </a:solidFill>
                <a:latin typeface="Segoe UI"/>
              </a:rPr>
              <a:t>Stories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7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stories de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98448"/>
            <a:ext cx="2505456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/>
          <a:lstStyle/>
          <a:p>
            <a:pPr algn="ctr"/>
            <a:r>
              <a:rPr sz="1400" b="1">
                <a:solidFill>
                  <a:srgbClr val="475569"/>
                </a:solidFill>
                <a:latin typeface="Segoe UI"/>
              </a:rPr>
              <a:t>Sous-taches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21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elements fonctionnels realises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298448"/>
            <a:ext cx="2505456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/>
          <a:lstStyle/>
          <a:p>
            <a:pPr algn="ctr"/>
            <a:r>
              <a:rPr sz="1400" b="1">
                <a:solidFill>
                  <a:srgbClr val="475569"/>
                </a:solidFill>
                <a:latin typeface="Segoe UI"/>
              </a:rPr>
              <a:t>Extraits code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7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snippets commentes dans le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8" y="1298448"/>
            <a:ext cx="2505456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/>
          <a:lstStyle/>
          <a:p>
            <a:pPr algn="ctr"/>
            <a:r>
              <a:rPr sz="1400" b="1">
                <a:solidFill>
                  <a:srgbClr val="475569"/>
                </a:solidFill>
                <a:latin typeface="Segoe UI"/>
              </a:rPr>
              <a:t>Focus mobile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stories orientees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2615184"/>
            <a:ext cx="370332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Repartition des stories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Mobile / frontend : 3</a:t>
            </a:r>
            <a:br/>
            <a:r>
              <a:t>Admin web : 2</a:t>
            </a:r>
            <a:br/>
            <a:r>
              <a:t>Backend / securite :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4078224"/>
            <a:ext cx="3703320" cy="1847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Carte rapide des stories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Story 01 - Logo de l'application (3 sous-taches)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Story 02 - Lecture video sur la page tutorielle (3 sous-taches)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Story 03 - Console admin pour upload les videos (3 sous-taches)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Story 04 - Routes admin protegees (3 sous-taches)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Story 05 - Modification des services cote admin (3 sous-taches)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Story 06 - Reinitialisation du mot de passe par courriel (3 sous-taches)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Story 07 - Refonte de la page tutorielle frontend (3 sous-taches)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2615184"/>
            <a:ext cx="7059168" cy="3310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Resume du sprint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identite visuelle et coherence de marque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lecture video et refonte de l'experience tutorielle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console admin web pour videos et services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routes admin securisees cote backend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reinitialisation de mot de passe par courriel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02336"/>
            <a:ext cx="91440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7498079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Logo de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680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Sprint 6 - demonstration mobile, admin web et backend</a:t>
            </a:r>
          </a:p>
        </p:txBody>
      </p:sp>
      <p:pic>
        <p:nvPicPr>
          <p:cNvPr id="5" name="Picture 4" descr="story_01_logo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70432"/>
            <a:ext cx="48006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32120" y="1170432"/>
            <a:ext cx="6126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Le logo a ete centralise dans un composant reutilisable pour assurer une identite visuelle constante sur les ecrans d'authentification et dans l'univers mobile Garage Mechanic.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2139696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Composant unique pour l'image de marque sur login et ecrans hero.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Deux tailles prises en charge pour s'adapter au contexte visuel.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Renforce la coherence graphique sans dupliquer la logique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3255264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creation du composant BrandLogo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integration du logo sur les ecrans d'authentification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gestion de deux formats hero et compact</a:t>
            </a:r>
          </a:p>
        </p:txBody>
      </p:sp>
      <p:pic>
        <p:nvPicPr>
          <p:cNvPr id="9" name="Picture 8" descr="story_01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407408"/>
            <a:ext cx="6126480" cy="1325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20" y="5833872"/>
            <a:ext cx="6126480" cy="47548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Segoe UI"/>
              </a:rPr>
              <a:t>Ce que fait ce code dans l'application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Ce composant encapsule le logo et expose une prop size. L'application reutilise donc le meme visuel sans re-coder le style sur chaque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02336"/>
            <a:ext cx="91440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7498079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Lecture video sur la page tutorielle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680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Sprint 6 - demonstration mobile, admin web et backend</a:t>
            </a:r>
          </a:p>
        </p:txBody>
      </p:sp>
      <p:pic>
        <p:nvPicPr>
          <p:cNvPr id="5" name="Picture 4" descr="story_02_tutorial_playback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70432"/>
            <a:ext cx="48006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32120" y="1170432"/>
            <a:ext cx="6126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La consultation d'un tutoriel ne se limite plus a une fiche descriptive : l'utilisateur ouvre un ecran de lecture integre, reste dans l'application et suit la video directement depuis le parcours tutoriels.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2139696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Navigation detail -&gt; lecteur video sans sortir vers le navigateur.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Lecture integree dans un WebView embarque dedie a la video.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Retour utilisateur propre vers l'ecran precedent du parcours tutoriels.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3255264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creation d'un ecran detail tutoriel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creation du lecteur video integre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navigation detail -&gt; lecteur -&gt; retour utilisateur</a:t>
            </a:r>
          </a:p>
        </p:txBody>
      </p:sp>
      <p:pic>
        <p:nvPicPr>
          <p:cNvPr id="9" name="Picture 8" descr="story_02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407408"/>
            <a:ext cx="6126480" cy="1325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20" y="5833872"/>
            <a:ext cx="6126480" cy="47548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Segoe UI"/>
              </a:rPr>
              <a:t>Ce que fait ce code dans l'application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Le lecteur attend quelques secondes de lecture reelle avant d'envoyer la vue au backend. On evite ainsi de compter un simple clic sur le bouton Lire la video.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02336"/>
            <a:ext cx="91440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7498079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Console admin pour upload les videos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680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Sprint 6 - demonstration mobile, admin web et backend</a:t>
            </a:r>
          </a:p>
        </p:txBody>
      </p:sp>
      <p:pic>
        <p:nvPicPr>
          <p:cNvPr id="5" name="Picture 4" descr="story_03_admin_upload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70432"/>
            <a:ext cx="48006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32120" y="1170432"/>
            <a:ext cx="6126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Un front web admin separe de l'application mobile permet de publier les tutoriels video depuis un poste de travail, avec televersement de fichier et metadata completes.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2139696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Interface web dediee au role ADMIN.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Upload direct d'un fichier video depuis l'ordinateur.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Categorie, difficulte, duree, outils et etapes enregistres avec la video.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3255264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creation du formulaire web d'ajout de tutoriel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construction d'un FormData multipart avec la video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publication du tutoriel directement dans le catalogue client</a:t>
            </a:r>
          </a:p>
        </p:txBody>
      </p:sp>
      <p:pic>
        <p:nvPicPr>
          <p:cNvPr id="9" name="Picture 8" descr="story_03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407408"/>
            <a:ext cx="6126480" cy="1325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20" y="5833872"/>
            <a:ext cx="6126480" cy="47548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Segoe UI"/>
              </a:rPr>
              <a:t>Ce que fait ce code dans l'application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Le front admin construit un FormData multipart avec le fichier video et toutes les donnees du tutoriel, puis l'envoie a l'API admin dediee.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02336"/>
            <a:ext cx="91440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7498079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Routes admin protegees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680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Sprint 6 - demonstration mobile, admin web et backend</a:t>
            </a:r>
          </a:p>
        </p:txBody>
      </p:sp>
      <p:pic>
        <p:nvPicPr>
          <p:cNvPr id="5" name="Picture 4" descr="story_04_admin_routes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70432"/>
            <a:ext cx="48006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32120" y="1170432"/>
            <a:ext cx="6126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Les fonctionnalites d'administration reposent sur un namespace backend propre. Seuls les utilisateurs authentifies avec le role ADMIN peuvent lire les indicateurs, gerer les services et publier les tutoriels.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2139696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Toutes les routes admin sont centralisees sous /api/admin.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Protection combinee par authGuard et roleGuard.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Surface API claire pour le dashboard, les services et les tutoriels.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3255264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creation du routeur /api/admin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protection des routes par authentification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restriction supplementaire par role ADMIN</a:t>
            </a:r>
          </a:p>
        </p:txBody>
      </p:sp>
      <p:pic>
        <p:nvPicPr>
          <p:cNvPr id="9" name="Picture 8" descr="story_04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407408"/>
            <a:ext cx="6126480" cy="1325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20" y="5833872"/>
            <a:ext cx="6126480" cy="47548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Segoe UI"/>
              </a:rPr>
              <a:t>Ce que fait ce code dans l'application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Le middleware verrouille tout le routeur avant meme d'entrer dans les handlers. Un compte client classique ne peut donc pas utiliser les endpoints d'administration.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02336"/>
            <a:ext cx="91440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7498079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Modification des services cote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680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Sprint 6 - demonstration mobile, admin web et backend</a:t>
            </a:r>
          </a:p>
        </p:txBody>
      </p:sp>
      <p:pic>
        <p:nvPicPr>
          <p:cNvPr id="5" name="Picture 4" descr="story_05_admin_services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70432"/>
            <a:ext cx="48006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32120" y="1170432"/>
            <a:ext cx="6126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Le catalogue de services est devenu pilotable depuis la console web : l'administrateur peut creer un service, le modifier, ajuster ses horaires et l'archiver lorsqu'il ne doit plus apparaitre au public.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2139696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Edition du libelle, du tarif, de la duree et des creneaux.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Selection d'une carte service pour ouvrir sa fiche detaillee.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Archivage pour retirer un service du catalogue public sans perdre l'historique.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3255264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affichage cliquable des cartes services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edition du service dans le panneau detail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archivage pour retirer le service du catalogue public</a:t>
            </a:r>
          </a:p>
        </p:txBody>
      </p:sp>
      <p:pic>
        <p:nvPicPr>
          <p:cNvPr id="9" name="Picture 8" descr="story_05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407408"/>
            <a:ext cx="6126480" cy="1325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20" y="5833872"/>
            <a:ext cx="6126480" cy="47548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Segoe UI"/>
              </a:rPr>
              <a:t>Ce que fait ce code dans l'application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Le formulaire admin choisit automatiquement entre creation et mise a jour selon le mode courant. Le meme espace de travail sert donc a enrichir et a maintenir le catalogue.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02336"/>
            <a:ext cx="91440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7498079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Reinitialisation du mot de passe par courriel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680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Sprint 6 - demonstration mobile, admin web et backend</a:t>
            </a:r>
          </a:p>
        </p:txBody>
      </p:sp>
      <p:pic>
        <p:nvPicPr>
          <p:cNvPr id="5" name="Picture 4" descr="story_06_password_reset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70432"/>
            <a:ext cx="48006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32120" y="1170432"/>
            <a:ext cx="6126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La reinitialisation ne repose plus sur un jeton manuel : l'utilisateur demande un code par email, le recoit via SendGrid et finalise la redefinition du mot de passe depuis l'ecran mobile dedie.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2139696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Demande de code depuis l'application mobile.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Envoi du courriel transactionnel par SendGrid.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Saisie du code a 6 chiffres puis definition du nouveau mot de passe.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3255264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demande du code depuis l'ecran mobile oublie mot de passe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generation et envoi du courriel transactionnel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validation du code puis changement du mot de passe</a:t>
            </a:r>
          </a:p>
        </p:txBody>
      </p:sp>
      <p:pic>
        <p:nvPicPr>
          <p:cNvPr id="9" name="Picture 8" descr="story_06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407408"/>
            <a:ext cx="6126480" cy="1325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20" y="5833872"/>
            <a:ext cx="6126480" cy="47548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Segoe UI"/>
              </a:rPr>
              <a:t>Ce que fait ce code dans l'application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Le backend compose un vrai email transactionnel avec le code de reinitialisation et sa date d'expiration. Le message reste lisible pour l'utilisateur et reutilisable en production.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02336"/>
            <a:ext cx="91440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7498079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Refonte de la page tutorielle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680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Sprint 6 - demonstration mobile, admin web et backend</a:t>
            </a:r>
          </a:p>
        </p:txBody>
      </p:sp>
      <p:pic>
        <p:nvPicPr>
          <p:cNvPr id="5" name="Picture 4" descr="story_07_tutorial_front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70432"/>
            <a:ext cx="48006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32120" y="1170432"/>
            <a:ext cx="6126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La page tutoriels a ete restructuree pour une navigation plus professionnelle : hero informatif, moteur de recherche, filtres par categorie et cartes lisibles qui ouvrent une fiche detaillee.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2139696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Hero avec statistiques et positionnement plus clair du module video.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Recherche texte et filtres categorie pour reduire le catalogue.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Cartes plus lisibles, detail mieux hierarchise et CTA explicites.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3255264"/>
            <a:ext cx="61264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refonte du hero et des indicateurs visuels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mise en place de la recherche et des filtres categorie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- restructuration des cartes et du detail tutoriel</a:t>
            </a:r>
          </a:p>
        </p:txBody>
      </p:sp>
      <p:pic>
        <p:nvPicPr>
          <p:cNvPr id="9" name="Picture 8" descr="story_07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407408"/>
            <a:ext cx="6126480" cy="1325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20" y="5833872"/>
            <a:ext cx="6126480" cy="47548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Segoe UI"/>
              </a:rPr>
              <a:t>Ce que fait ce code dans l'application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Cette logique applique a la fois le filtre categorie et la recherche texte sur le catalogue. Le rendu reste reactif et la page conserve une experience de consultation claire.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