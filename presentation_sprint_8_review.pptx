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991B1B"/>
          </a:solidFill>
          <a:ln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71800" y="0"/>
            <a:ext cx="274320" cy="68580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0" y="640080"/>
            <a:ext cx="7680960" cy="548640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23774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Sprint 8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201168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Projet Mobile
développement
avancé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914400"/>
            <a:ext cx="658368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Fiabiliser le backend, rendre le mobile explicite côté API et sécuriser la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2057400"/>
            <a:ext cx="640080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Aptos"/>
              </a:rPr>
              <a:t>Présentation structurée par stories, sous-tâches, livrables et impacts
avec distinction entre lots mergés et branches prêtes à merger.</a:t>
            </a:r>
          </a:p>
        </p:txBody>
      </p:sp>
      <p:pic>
        <p:nvPicPr>
          <p:cNvPr id="9" name="Picture 8" descr="Logo-centr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822960"/>
            <a:ext cx="1014153" cy="9601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251960" y="2971800"/>
            <a:ext cx="2103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37960" y="2971800"/>
            <a:ext cx="2103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823960" y="2971800"/>
            <a:ext cx="2103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3182112"/>
            <a:ext cx="1645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DC2626"/>
                </a:solidFill>
                <a:latin typeface="Aptos"/>
              </a:rPr>
              <a:t>8 stories mergées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438144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Aptos"/>
              </a:rPr>
              <a:t>sur origin/main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182112"/>
            <a:ext cx="1645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DC2626"/>
                </a:solidFill>
                <a:latin typeface="Aptos"/>
              </a:rPr>
              <a:t>2 branches prêtes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438144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Aptos"/>
              </a:rPr>
              <a:t>à merger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3182112"/>
            <a:ext cx="16459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DC2626"/>
                </a:solidFill>
                <a:latin typeface="Aptos"/>
              </a:rPr>
              <a:t>72 tests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3438144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Aptos"/>
              </a:rPr>
              <a:t>validés localement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4343400"/>
            <a:ext cx="658368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572000"/>
            <a:ext cx="603504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Axes majeurs: robustesse data Prisma, hardening prod, CI fiable, home testable,
observabilité exploitable, sécurité HTTP, runtime mobile explicite.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Vision du sprint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Découpage par lots métier et techniques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53035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754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DC2626"/>
                </a:solidFill>
                <a:latin typeface="Aptos"/>
              </a:rPr>
              <a:t>Axe 1 • Fondations prod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93392"/>
            <a:ext cx="475488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Prisma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Docker runtime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env.ts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variables critiques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3035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754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DC2626"/>
                </a:solidFill>
                <a:latin typeface="Aptos"/>
              </a:rPr>
              <a:t>Axe 2 • Qualité de livraison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93392"/>
            <a:ext cx="475488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CI Node 20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Prisma en CI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coverage stable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tests ciblés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3035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840480"/>
            <a:ext cx="4754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DC2626"/>
                </a:solidFill>
                <a:latin typeface="Aptos"/>
              </a:rPr>
              <a:t>Axe 3 • Maintenabilité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87952"/>
            <a:ext cx="475488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home service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repository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tests unitaires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structure modulaire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657600"/>
            <a:ext cx="53035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40480"/>
            <a:ext cx="4754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DC2626"/>
                </a:solidFill>
                <a:latin typeface="Aptos"/>
              </a:rPr>
              <a:t>Axe 4 • Runtime mobile fiable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187952"/>
            <a:ext cx="475488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API explicite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env par contexte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NativeScript runtime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VPS partagé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Synthèse de sprint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Ce que la revue doit retenir en 30 secondes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4937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4572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DC2626"/>
                </a:solidFill>
                <a:latin typeface="Aptos"/>
              </a:rPr>
              <a:t>10 stories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84248"/>
            <a:ext cx="44805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socle prod, qualité, maintenabilité et runtime mobile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4937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27632"/>
            <a:ext cx="4572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DC2626"/>
                </a:solidFill>
                <a:latin typeface="Aptos"/>
              </a:rPr>
              <a:t>72 tests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84248"/>
            <a:ext cx="44805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validés localement avec la suite complète verte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880360"/>
            <a:ext cx="4937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90672"/>
            <a:ext cx="4572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DC2626"/>
                </a:solidFill>
                <a:latin typeface="Aptos"/>
              </a:rPr>
              <a:t>8 migrations Prisma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47288"/>
            <a:ext cx="44805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vérifiées, appliquées et contrôlées par le preflight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880360"/>
            <a:ext cx="4937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090672"/>
            <a:ext cx="4572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200" b="1">
                <a:solidFill>
                  <a:srgbClr val="DC2626"/>
                </a:solidFill>
                <a:latin typeface="Aptos"/>
              </a:rPr>
              <a:t>3 environnements 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447288"/>
            <a:ext cx="44805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local, VPS partagé, prod explicitement séparés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526280"/>
            <a:ext cx="10972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09160"/>
            <a:ext cx="1828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Aptos"/>
              </a:rPr>
              <a:t>État d'intégration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83480"/>
            <a:ext cx="102412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Mergé sur main: stories 01 à 08.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Branches dédiées prêtes à merger: story 09 (sécurité HTTP) et story 10 (runtime NativeScript / fiabilité API).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sprint produit un socle plus sûr pour la prod et une meilleure vitesse de diagnostic en recette.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Roadmap des stories du sprint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Lecture rapide du périmètre livré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48640" cy="310896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362456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316736"/>
            <a:ext cx="63093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Corriger le drift Prisma / base de données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307592"/>
            <a:ext cx="210312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5803D"/>
                </a:solidFill>
              </a:rPr>
              <a:t>Mergée sur main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64792"/>
            <a:ext cx="548640" cy="310896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80136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55648"/>
            <a:ext cx="63093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Retirer les secrets du Dockerfile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1746504"/>
            <a:ext cx="210312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5803D"/>
                </a:solidFill>
              </a:rPr>
              <a:t>Mergée sur main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03704"/>
            <a:ext cx="548640" cy="310896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240280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194560"/>
            <a:ext cx="63093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Durcir env.ts pour la production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2185416"/>
            <a:ext cx="210312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5803D"/>
                </a:solidFill>
              </a:rPr>
              <a:t>Mergée sur main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642616"/>
            <a:ext cx="548640" cy="310896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2679192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633472"/>
            <a:ext cx="63093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Remplacer le fallback d'IP VPS dans le frontend mobile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2624328"/>
            <a:ext cx="210312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5803D"/>
                </a:solidFill>
              </a:rPr>
              <a:t>Mergée sur main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081528"/>
            <a:ext cx="548640" cy="310896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118104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072384"/>
            <a:ext cx="63093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Nettoyer et fiabiliser la CI GitHub Actions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3063240"/>
            <a:ext cx="210312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5803D"/>
                </a:solidFill>
              </a:rPr>
              <a:t>Mergée sur main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520440"/>
            <a:ext cx="548640" cy="310896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3557016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3511296"/>
            <a:ext cx="63093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Refactoriser le module home pour le rendre testable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0" y="3502152"/>
            <a:ext cx="210312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5803D"/>
                </a:solidFill>
              </a:rPr>
              <a:t>Mergée sur main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959352"/>
            <a:ext cx="548640" cy="310896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39959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3950208"/>
            <a:ext cx="63093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Ajouter des tests vraiment utiles sur les routes critiques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69680" y="3941064"/>
            <a:ext cx="210312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5803D"/>
                </a:solidFill>
              </a:rPr>
              <a:t>Mergée sur main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398264"/>
            <a:ext cx="548640" cy="310896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4434840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4389120"/>
            <a:ext cx="63093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Ajouter observabilité et healthcheck utile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9680" y="4379976"/>
            <a:ext cx="210312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5803D"/>
                </a:solidFill>
              </a:rPr>
              <a:t>Mergée sur main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837176"/>
            <a:ext cx="548640" cy="310896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" y="4873752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4828032"/>
            <a:ext cx="63093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Durcir la sécurité HTTP minimale du backend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69680" y="4818888"/>
            <a:ext cx="2103120" cy="347472"/>
          </a:xfrm>
          <a:prstGeom prst="roundRect">
            <a:avLst/>
          </a:prstGeom>
          <a:solidFill>
            <a:srgbClr val="FFEDD5"/>
          </a:solidFill>
          <a:ln>
            <a:solidFill>
              <a:srgbClr val="FFE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B45309"/>
                </a:solidFill>
              </a:rPr>
              <a:t>Branche prête à merger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5276088"/>
            <a:ext cx="548640" cy="310896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" y="5312664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5880" y="5266944"/>
            <a:ext cx="63093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Aptos"/>
              </a:rPr>
              <a:t>Optimiser la fiabilité perçue des appels API frontend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69680" y="5257800"/>
            <a:ext cx="2103120" cy="347472"/>
          </a:xfrm>
          <a:prstGeom prst="roundRect">
            <a:avLst/>
          </a:prstGeom>
          <a:solidFill>
            <a:srgbClr val="FFEDD5"/>
          </a:solidFill>
          <a:ln>
            <a:solidFill>
              <a:srgbClr val="FFE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B45309"/>
                </a:solidFill>
              </a:rPr>
              <a:t>Branche prête à merger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Story 01 • Corriger le drift Prisma / base de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Problème, sous-tâches, livrables,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256032"/>
            <a:ext cx="205740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5803D"/>
                </a:solidFill>
                <a:latin typeface="Aptos"/>
              </a:rPr>
              <a:t>Mergée sur main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234440"/>
            <a:ext cx="594360" cy="59436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60520" y="1143000"/>
            <a:ext cx="38404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83879" y="1143000"/>
            <a:ext cx="36118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3429000"/>
            <a:ext cx="5486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80760" y="3429000"/>
            <a:ext cx="5715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Problème traité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645920"/>
            <a:ext cx="301752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backend pouvait démarrer sur une base incohérente avec le schéma Prisma.</a:t>
            </a:r>
          </a:p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drift n'était détecté qu'après coup, souvent pendant les tests ou le déploiement.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Sous-tâches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645920"/>
            <a:ext cx="33832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Construire un snapshot de compatibilité base &lt;-&gt; schéma Prisma.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Détecter l'absence de _prisma_migrations, les migrations manquantes, en échec ou inconnues.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Comparer les tables et colonnes réelles avec les modèles Prisma attendus.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Bloquer le démarrage si la base est incompatible.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Documenter le workflow Prisma et la conduite à tenir en cas de drift.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Valeur produite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645920"/>
            <a:ext cx="31546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Échec explicite au démarrage au lieu d'un backend semi-fonctionnel.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Déploiements plus sûrs et diagnostic plus rapide.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Base de données traitée comme un artefact versionné, pas comme un état implicite.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Livrables concrets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31920"/>
            <a:ext cx="274320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Ajout de databaseReadiness.ts et schemaManifest.ts.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Nouveau preflight Prisma au démarrage du serveur.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Commande réutilisable prisma:check pour CI, dev et prod.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Workflow Docker aligné sur prisma migrate deploy avant node dist/server.js.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Fichiers clés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931920"/>
            <a:ext cx="224028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backend/src/data/prisma/databaseReadiness.ts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backend/src/data/prisma/schemaManifest.ts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backend/src/server.ts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backend/PRISMA_WORKFLOW.md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Preuves / signaux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931920"/>
            <a:ext cx="521208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Erreur produite: missing "_prisma_migrations" table; the database was not initialized with Prisma Migrate</a:t>
            </a:r>
          </a:p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Preuve de recette: prisma:status, prisma:check et prisma:migrate:deploy passent sur le VPS.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Story 02 • Retirer les secrets du Dockerfile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Problème, sous-tâches, livrables,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256032"/>
            <a:ext cx="205740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5803D"/>
                </a:solidFill>
                <a:latin typeface="Aptos"/>
              </a:rPr>
              <a:t>Mergée sur main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234440"/>
            <a:ext cx="594360" cy="59436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60520" y="1143000"/>
            <a:ext cx="38404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83879" y="1143000"/>
            <a:ext cx="36118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3429000"/>
            <a:ext cx="5486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80760" y="3429000"/>
            <a:ext cx="5715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Problème traité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645920"/>
            <a:ext cx="301752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L'image backend embarquait trop de suppositions sur la base et le runtime.</a:t>
            </a:r>
          </a:p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risque principal était de figer de mauvaises valeurs ou d'exposer des secrets au build.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Sous-tâches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645920"/>
            <a:ext cx="33832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Garder uniquement une DATABASE_URL factice pour le build Prisma.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Injecter la vraie configuration uniquement au runtime via Docker Compose.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Conserver prisma migrate deploy dans le conteneur de prod.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Documenter clairement quelles variables viennent du runtime et non de l'image.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Valeur produite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645920"/>
            <a:ext cx="31546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Image backend réutilisable entre environnements.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Séparation nette build / runtime.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Réduction du risque de fuite ou de mauvaise configuration en production.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Livrables concrets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31920"/>
            <a:ext cx="274320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Dockerfile multi-stage propre avec placeholder build-only.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Suppression des identifiants runtime du Dockerfile.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Commande d'entrée: vérification DATABASE_URL puis prisma migrate deploy puis démarrage.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Fichiers clés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931920"/>
            <a:ext cx="224028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backend/Dockerfile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docker-compose.prod.yml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DEPLOYMENT.md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Preuves / signaux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931920"/>
            <a:ext cx="521208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La vraie DATABASE_URL est injectée par .env.prod au runtime.</a:t>
            </a:r>
          </a:p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backend refuse maintenant de démarrer si la variable manque.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Story 03 • Durcir env.ts pour la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Problème, sous-tâches, livrables,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256032"/>
            <a:ext cx="205740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5803D"/>
                </a:solidFill>
                <a:latin typeface="Aptos"/>
              </a:rPr>
              <a:t>Mergée sur main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234440"/>
            <a:ext cx="594360" cy="59436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60520" y="1143000"/>
            <a:ext cx="38404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83879" y="1143000"/>
            <a:ext cx="36118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3429000"/>
            <a:ext cx="5486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80760" y="3429000"/>
            <a:ext cx="5715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Problème traité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645920"/>
            <a:ext cx="301752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JWT_SECRET avait un fallback dangereux et DEMO_MODE pouvait rester actif par défaut.</a:t>
            </a:r>
          </a:p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Les erreurs d'environnement n'étaient pas suffisamment centralisées ni explicites.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Sous-tâches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645920"/>
            <a:ext cx="33832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Ajouter requireEnv(name) et requireEnvInProduction(name).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Exiger DATABASE_URL et JWT_SECRET en production.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Désactiver DEMO_MODE par défaut.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Valider les variables critiques et les origines CORS au démarrage.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Mettre à jour .env.example, .env.prod.example, README et DEPLOYMENT.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Valeur produite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645920"/>
            <a:ext cx="31546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backend échoue tôt, proprement et avec un message actionnable.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compte de démo n'est plus exposé par erreur en prod.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La recette VPS a confirmé la valeur: l'absence de JWT_SECRET a été détectée immédiatement.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Livrables concrets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31920"/>
            <a:ext cx="274320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Validation runtime centralisée dans env.ts.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Message d'erreur lisible et bloquant si une variable critique manque.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Exemples d'environnement alignés avec les garde-fous de production.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Fichiers clés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931920"/>
            <a:ext cx="224028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backend/src/config/env.ts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backend/.env.example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backend/.env.prod.example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README.md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DEPLOYMENT.md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Preuves / signaux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931920"/>
            <a:ext cx="521208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Exemple réel: Missing required environment variable "JWT_SECRET" in production.</a:t>
            </a:r>
          </a:p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diagnostic a évité un faux problème réseau ou Prisma pendant le déploiement.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Story 04 • Remplacer le fallback d'IP VPS dans le frontend 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Problème, sous-tâches, livrables,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256032"/>
            <a:ext cx="205740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5803D"/>
                </a:solidFill>
                <a:latin typeface="Aptos"/>
              </a:rPr>
              <a:t>Mergée sur main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234440"/>
            <a:ext cx="594360" cy="59436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60520" y="1143000"/>
            <a:ext cx="38404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83879" y="1143000"/>
            <a:ext cx="36118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3429000"/>
            <a:ext cx="5486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80760" y="3429000"/>
            <a:ext cx="5715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Problème traité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645920"/>
            <a:ext cx="301752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L'application mobile pouvait tomber sur la prod par défaut à cause d'une IP codée en dur.</a:t>
            </a:r>
          </a:p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Les contextes local, VPS partagé et prod n'étaient pas assez explicites.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Sous-tâches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645920"/>
            <a:ext cx="33832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Lire NS_API_BASE_URL au lieu d'un fallback implicite.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Normaliser l'URL et rejeter les valeurs non absolues ou non http/https.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Créer une convention d'environnement explicite: .env.local, .env.shared-vps, .env.prod.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Fournir des scripts dédiés android:local, android:shared-vps, build:android:prod.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Documenter les usages dans README et ARCHITECTURE.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Valeur produite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645920"/>
            <a:ext cx="31546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Plus de bascule accidentelle vers la prod.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Débogage facilité: l'erreur d'environnement est explicite dès le démarrage.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Les développeurs choisissent désormais consciemment leur cible API.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Livrables concrets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31920"/>
            <a:ext cx="274320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api.ts durci avec erreur claire si l'URL n'est pas configurée.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Scripts run-with-env.js pour charger le bon .env côté NativeScript.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Exemples .env.* propres pour local, VPS et prod.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Fichiers clés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931920"/>
            <a:ext cx="224028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frontend/app/utils/api.ts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frontend/scripts/run-with-env.js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frontend/package.json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frontend/.env.local.example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frontend/.env.shared-vps.example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frontend/.env.prod.example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Preuves / signaux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931920"/>
            <a:ext cx="521208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Message utilisateur: [API_CONFIG] NS_API_BASE_URL is not configured.</a:t>
            </a:r>
          </a:p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Commandes dédiées: npm run android:local, npm run android:shared-vps, build:android:prod.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Story 05 • Nettoyer et fiabiliser la CI GitHub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Problème, sous-tâches, livrables,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256032"/>
            <a:ext cx="205740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5803D"/>
                </a:solidFill>
                <a:latin typeface="Aptos"/>
              </a:rPr>
              <a:t>Mergée sur main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234440"/>
            <a:ext cx="594360" cy="59436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60520" y="1143000"/>
            <a:ext cx="38404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83879" y="1143000"/>
            <a:ext cx="36118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3429000"/>
            <a:ext cx="5486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80760" y="3429000"/>
            <a:ext cx="5715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Problème traité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645920"/>
            <a:ext cx="301752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La CI avait des versions Node désalignées et des étapes redondantes.</a:t>
            </a:r>
          </a:p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coverage backend échouait sur Node 20 avec les anciens flags de test coverage.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Sous-tâches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645920"/>
            <a:ext cx="33832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Aligner toute la CI sur Node 20.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Faire générer et valider Prisma avant les tests.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Appliquer les migrations sur une base CI propre puis lancer prisma:check.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Séparer clairement backend tests, backend coverage et frontend type-check via une matrix lisible.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Remplacer la couverture incompatible par c8.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Valeur produite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645920"/>
            <a:ext cx="31546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La CI détecte les problèmes de schéma et de compatibilité avant les tests fonctionnels.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Moins de doublons entre jobs et un signal plus fiable.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Support natif de la couverture backend sur Node 20.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Livrables concrets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31920"/>
            <a:ext cx="274320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Workflow CI plus court et plus compréhensible.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Script test:coverage:ci stabilisé avec c8.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Étapes ordonnées: install -&gt; prisma generate -&gt; validate -&gt; migrate -&gt; check -&gt; test.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Fichiers clés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931920"/>
            <a:ext cx="224028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.github/workflows/ci.yml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backend/package.json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Preuves / signaux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931920"/>
            <a:ext cx="521208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Pipeline frontend: npm run type-check.</a:t>
            </a:r>
          </a:p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Pipeline backend: npm test et npm run test:coverage:ci.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Story 06 • Refactoriser le module home pour le rendre testable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Problème, sous-tâches, livrables,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256032"/>
            <a:ext cx="205740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5803D"/>
                </a:solidFill>
                <a:latin typeface="Aptos"/>
              </a:rPr>
              <a:t>Mergée sur main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234440"/>
            <a:ext cx="594360" cy="59436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60520" y="1143000"/>
            <a:ext cx="38404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83879" y="1143000"/>
            <a:ext cx="36118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3429000"/>
            <a:ext cx="5486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80760" y="3429000"/>
            <a:ext cx="5715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Problème traité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645920"/>
            <a:ext cx="301752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La logique du home feed mélangeait HTTP, métier, accès données et formatage.</a:t>
            </a:r>
          </a:p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Cette zone était sensible et difficile à tester proprement.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Sous-tâches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645920"/>
            <a:ext cx="33832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Extraire la logique métier dans un vrai home.service.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Isoler l'accès Prisma dans home.repository.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Conserver un contrôleur HTTP fin et compatible avec l'API existante.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Créer des helpers métiers purs pour l'affichage, les rendez-vous et les rappels.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Ajouter des tests unitaires ciblés sur les cas succès, vide et erreur.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Valeur produite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645920"/>
            <a:ext cx="31546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home feed est devenu lisible, isolé et maintenable.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Les règles de formatage sont testables sans environnement HTTP.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contrôleur ne fait plus de travail métier caché.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Livrables concrets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31920"/>
            <a:ext cx="274320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Découpage clair home.controller / home.service / home.repository.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Injection des dépendances pour tester sans Prisma réel.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Fallback métier propre quand les dépendances échouent.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Fichiers clés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931920"/>
            <a:ext cx="224028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backend/src/modules/home/home.controller.ts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backend/src/modules/home/home.service.ts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backend/src/modules/home/home.repository.ts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backend/tests/homeService.test.ts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Preuves / signaux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931920"/>
            <a:ext cx="521208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Cas testés: feed enrichi, feed vide valide, fallback si dépendance en erreur.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Story 07 • Ajouter des tests vraiment utiles sur les routes critiques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Problème, sous-tâches, livrables,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256032"/>
            <a:ext cx="205740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5803D"/>
                </a:solidFill>
                <a:latin typeface="Aptos"/>
              </a:rPr>
              <a:t>Mergée sur main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234440"/>
            <a:ext cx="594360" cy="59436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60520" y="1143000"/>
            <a:ext cx="38404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83879" y="1143000"/>
            <a:ext cx="36118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3429000"/>
            <a:ext cx="5486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80760" y="3429000"/>
            <a:ext cx="5715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Problème traité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645920"/>
            <a:ext cx="301752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besoin n'était pas un pourcentage abstrait, mais la sécurisation des parcours métier critiques.</a:t>
            </a:r>
          </a:p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Les zones prioritaires étaient auth, home, reservations, profile et password reset.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Sous-tâches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645920"/>
            <a:ext cx="33832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Monter un setup d'intégration avec base PostgreSQL temporaire et migrations appliquées à chaud.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Couvrir les cas succès, erreur métier et autorisation.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Tester les routes publiques, les routes protégées et les comportements de sécurité.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Ajouter des tests unitaires ciblés quand un service est mieux isolé qu'en intégration.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Valeur produite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645920"/>
            <a:ext cx="31546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Les parcours à plus fort risque sont couverts par des comportements observables.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La refacto et la CI peuvent évoluer avec un filet de sécurité réel.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Les régressions de sécurité deviennent visibles rapidement.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Livrables concrets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31920"/>
            <a:ext cx="274320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Suite backend complète: 72 tests verts.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Scénarios auth/login/refresh/profile complets.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Password reset sans enumeration de comptes et invalidation des codes réutilisés.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Health endpoint, home feed sans données, erreurs 401/403/404/409 réalistes.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Fichiers clés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931920"/>
            <a:ext cx="224028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backend/tests/httpIntegration.test.ts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backend/tests/homeService.test.ts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backend/tests/health.test.ts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backend/tests/controllerInternals.test.ts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Preuves / signaux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931920"/>
            <a:ext cx="521208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Validation locale exécutée: 72 tests, 72 pass, 0 fail.</a:t>
            </a:r>
          </a:p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Exemples couverts: email déjà utilisé -&gt; 409, notifications sans auth -&gt; 401, home invalide mais stable -&gt; 200.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Story 08 • Ajouter observabilité et healthcheck utile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Problème, sous-tâches, livrables,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256032"/>
            <a:ext cx="2057400" cy="38404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5803D"/>
                </a:solidFill>
                <a:latin typeface="Aptos"/>
              </a:rPr>
              <a:t>Mergée sur main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234440"/>
            <a:ext cx="594360" cy="59436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60520" y="1143000"/>
            <a:ext cx="38404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83879" y="1143000"/>
            <a:ext cx="36118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3429000"/>
            <a:ext cx="5486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80760" y="3429000"/>
            <a:ext cx="5715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Problème traité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645920"/>
            <a:ext cx="301752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backend était difficile à diagnostiquer en cas de panne ou de lenteur.</a:t>
            </a:r>
          </a:p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healthcheck ne donnait pas assez d'information opérationnelle.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Sous-tâches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645920"/>
            <a:ext cx="33832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Ajouter un request id et le propager dans la réponse.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Logger méthode, URL, code HTTP, durée, taille de réponse, userId et IP.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Rendre les erreurs Prisma plus lisibles via une description structurée.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Créer un /health avec statut app, statut DB, timestamp et environnement.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Valeur produite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645920"/>
            <a:ext cx="31546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Diagnostic plus rapide des erreurs backend et des lenteurs.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Healthcheck réutilisable par curl, Docker healthcheck, CI et supervision simple.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Les erreurs Prisma sont mieux comprises sans exposer de données sensibles au client.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Livrables concrets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31920"/>
            <a:ext cx="274320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Middleware requestLogger avec x-request-id et durationMs.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Healthcheck applicatif + sonde base de données.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Logs structurés exploitables pour Docker, CI et prod.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Fichiers clés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931920"/>
            <a:ext cx="224028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backend/src/core/http/middleware/requestLogger.ts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backend/src/core/http/health.ts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backend/src/data/prisma/prismaError.ts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backend/tests/health.test.ts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Preuves / signaux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931920"/>
            <a:ext cx="521208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Exemple health: ok/status/environment/timestamp/checks.app/checks.db.</a:t>
            </a:r>
          </a:p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Exemple log: method, url, statusCode, requestId, durationMs, userId, responseBytes.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Story 09 • Durcir la sécurité HTTP minimale du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Problème, sous-tâches, livrables,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256032"/>
            <a:ext cx="2057400" cy="384048"/>
          </a:xfrm>
          <a:prstGeom prst="roundRect">
            <a:avLst/>
          </a:prstGeom>
          <a:solidFill>
            <a:srgbClr val="FFEDD5"/>
          </a:solidFill>
          <a:ln>
            <a:solidFill>
              <a:srgbClr val="FFE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B45309"/>
                </a:solidFill>
                <a:latin typeface="Aptos"/>
              </a:rPr>
              <a:t>Branche prête à merger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234440"/>
            <a:ext cx="594360" cy="59436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60520" y="1143000"/>
            <a:ext cx="38404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83879" y="1143000"/>
            <a:ext cx="36118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3429000"/>
            <a:ext cx="5486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80760" y="3429000"/>
            <a:ext cx="5715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Problème traité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645920"/>
            <a:ext cx="301752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La couche Express restait permissive: pas de helmet, CORS trop ouvert et erreurs génériques trop bavardes.</a:t>
            </a:r>
          </a:p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Les routes auth et reset de mot de passe n'étaient pas freinées côté HTTP.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Sous-tâches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645920"/>
            <a:ext cx="33832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Ajouter helmet avec configuration compatible mobile.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Introduire un CORS explicite par environnement et une allowlist navigateur.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Limiter la taille des payloads JSON et formulaires.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Ajouter un rate limit minimal sur register, login, forgot-password, reset-password et le formulaire HTML.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Masquer les erreurs génériques en production tout en préservant les AppError métier.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Valeur produite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645920"/>
            <a:ext cx="31546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Réduction de l'exposition aux abus de base et aux erreurs trop verbeuses.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Configuration explicite pour un backend derrière Nginx ou load balancer.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Lot prêt à merger sans refonte lourde de l'architecture.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Livrables concrets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31920"/>
            <a:ext cx="274320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Nouveau module security.ts pour CORS et rate limit.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httpErrors.ts pour normaliser les statuts et les messages publics.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Mise à jour de createHttpApp, errorHandler, env.ts, README et DEPLOYMENT.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Tests dédiés httpSecurity.test.ts.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Fichiers clés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931920"/>
            <a:ext cx="224028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backend/src/core/http/security.ts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backend/src/core/http/httpErrors.ts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backend/src/core/http/createHttpApp.ts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backend/tests/httpSecurity.test.ts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branche: feat/backend-http-security-hardening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Preuves / signaux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931920"/>
            <a:ext cx="521208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4 routes auth protégées par rate limit.</a:t>
            </a:r>
          </a:p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Erreurs génériques masquées en production: Internal error au lieu d'un stack ou message brut.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Story 10 • Optimiser la fiabilité perçue des appels API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Problème, sous-tâches, livrables,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256032"/>
            <a:ext cx="2057400" cy="384048"/>
          </a:xfrm>
          <a:prstGeom prst="roundRect">
            <a:avLst/>
          </a:prstGeom>
          <a:solidFill>
            <a:srgbClr val="FFEDD5"/>
          </a:solidFill>
          <a:ln>
            <a:solidFill>
              <a:srgbClr val="FFE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B45309"/>
                </a:solidFill>
                <a:latin typeface="Aptos"/>
              </a:rPr>
              <a:t>Branche prête à merger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234440"/>
            <a:ext cx="594360" cy="59436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60520" y="1143000"/>
            <a:ext cx="38404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83879" y="1143000"/>
            <a:ext cx="36118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3429000"/>
            <a:ext cx="54864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80760" y="3429000"/>
            <a:ext cx="5715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Problème traité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645920"/>
            <a:ext cx="301752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Sur Android NativeScript, le bon .env n'était pas toujours injecté dans le bundle runtime.</a:t>
            </a:r>
          </a:p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Résultat visible côté utilisateur: faux timeouts, crashs au démarrage ou app connectée à la mauvaise cible.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Sous-tâches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645920"/>
            <a:ext cx="33832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Injecter NS_API_BASE_URL au build via DefinePlugin au lieu de dépendre seulement de process.env.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Lire d'abord la valeur build-time dans api.ts, puis conserver la logique de validation existante.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Bloquer npm run android / ios tant qu'un environnement explicite n'est pas choisi.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Documenter l'usage android:local, android:shared-vps, build:*:prod.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325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Valeur produite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645920"/>
            <a:ext cx="31546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Moins de faux timeouts côté mobile: l'application vise enfin la bonne URL au runtime.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L'expérience développeur est plus fiable, surtout sur Android emulator et VPS partagé.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Cette story complète la story 4 en supprimant un bug de runtime spécifique à NativeScript.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Livrables concrets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31920"/>
            <a:ext cx="274320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Ajout de __NS_API_BASE_URL__ et de l'injection webpack.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Script require-explicit-env.js pour éviter les faux démarrages.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Correction dédiée poussée sur GitHub: fix/frontend-nativescript-env-runtime.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Fichiers clés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931920"/>
            <a:ext cx="224028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frontend/webpack.config.js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frontend/app/utils/api.ts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frontend/package.json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frontend/scripts/require-explicit-env.js</a:t>
            </a:r>
          </a:p>
          <a:p>
            <a:pPr>
              <a:buClr/>
              <a:spcAft>
                <a:spcPts val="4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rPr>
                <a:solidFill>
                  <a:srgbClr val="475569"/>
                </a:solidFill>
              </a:rPr>
              <a:t>branche: fix/frontend-nativescript-env-runtime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61188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Preuves / signaux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931920"/>
            <a:ext cx="521208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npm run android échoue désormais immédiatement avec une consigne claire.</a:t>
            </a:r>
          </a:p>
          <a:p>
            <a:pPr>
              <a:buClr/>
              <a:spcAft>
                <a:spcPts val="400"/>
              </a:spcAft>
              <a:defRPr sz="125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La valeur NS_API_BASE_URL est injectée dans le bundle avant le lancement Android.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Travaux transverses souvent oubliés mais essentiels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Compléments importants pour la soutenance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6766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0" y="1417320"/>
            <a:ext cx="3977639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Message clé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626364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Documentation mise à jour sur plusieurs surfaces: README, DEPLOYMENT, PRISMA_WORKFLOW, ARCHITECTURE, fichiers .env.example.</a:t>
            </a:r>
          </a:p>
          <a:p>
            <a:pPr>
              <a:buClr/>
              <a:spcAft>
                <a:spcPts val="4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Uniformisation du langage d'exploitation: migrations Prisma, healthcheck, environnements frontend, variables de prod.</a:t>
            </a:r>
          </a:p>
          <a:p>
            <a:pPr>
              <a:buClr/>
              <a:spcAft>
                <a:spcPts val="4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Amélioration de la lisibilité globale du repo pour une équipe étudiante: scripts nommés, responsabilités séparées, messages d'erreur actionnables.</a:t>
            </a:r>
          </a:p>
          <a:p>
            <a:pPr>
              <a:buClr/>
              <a:spcAft>
                <a:spcPts val="4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Capitalisation d'incidents réels de déploiement pour affiner les garde-fous déjà en place.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60020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Fichiers documentaires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920240"/>
            <a:ext cx="3474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README.md</a:t>
            </a:r>
          </a:p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DEPLOYMENT.md</a:t>
            </a:r>
          </a:p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backend/PRISMA_WORKFLOW.md</a:t>
            </a:r>
          </a:p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frontend/ARCHITECTURE.md</a:t>
            </a:r>
          </a:p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.env.example / .env.prod.example / .env.local.example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68880" cy="100584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68580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Incident de recette VPS: preuve que les garde-fous servent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7132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Compléments importants pour la soutenance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6766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0" y="1417320"/>
            <a:ext cx="3977639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Message clé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626364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Observation initiale: backend unhealthy -&gt; nginx ne pouvait pas démarrer.</a:t>
            </a:r>
          </a:p>
          <a:p>
            <a:pPr>
              <a:buClr/>
              <a:spcAft>
                <a:spcPts val="4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Diagnostic structuré: logs backend, prisma:status, prisma:check, prisma:migrate:deploy.</a:t>
            </a:r>
          </a:p>
          <a:p>
            <a:pPr>
              <a:buClr/>
              <a:spcAft>
                <a:spcPts val="4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Conclusion: la base était saine, mais JWT_SECRET manquait dans backend/.env.prod.</a:t>
            </a:r>
          </a:p>
          <a:p>
            <a:pPr>
              <a:buClr/>
              <a:spcAft>
                <a:spcPts val="4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Résultat positif: le backend a refusé de démarrer proprement au lieu de tourner dans un état non sécurisé.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600200"/>
            <a:ext cx="2651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Aptos"/>
              </a:rPr>
              <a:t>Leçons de sprint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920240"/>
            <a:ext cx="3474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Les garde-fous de prod ont détecté la vraie cause.</a:t>
            </a:r>
          </a:p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Le healthcheck et les logs structurés ont guidé le diagnostic.</a:t>
            </a:r>
          </a:p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La documentation de déploiement doit inclure les variables réellement obligatoires.</a:t>
            </a:r>
          </a:p>
          <a:p>
            <a:pPr>
              <a:buClr/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La revue de sprint peut montrer une amélioration concrète et vérifiable.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22960"/>
            <a:ext cx="10927080" cy="5303520"/>
          </a:xfrm>
          <a:prstGeom prst="round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143000"/>
            <a:ext cx="60350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Conclusion de sprint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96012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Aptos"/>
              </a:rPr>
              <a:t>Le sprint 8 a surtout transformé le projet en base plus déployable, plus sûre et plus testable.
La valeur n'est pas seulement dans le code livré, mais dans la réduction du risque opérationnel.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46634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06440" y="2743200"/>
            <a:ext cx="5120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926080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DC2626"/>
                </a:solidFill>
                <a:latin typeface="Aptos"/>
              </a:rPr>
              <a:t>Ce qui est démontrable maintenant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91840"/>
            <a:ext cx="40690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Backend qui refuse les mauvais déploiements.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CI reproductible et lisible.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Healthcheck utile pour Docker et recette.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Home feed testable et parcours critiques couverts.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926080"/>
            <a:ext cx="4572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DC2626"/>
                </a:solidFill>
                <a:latin typeface="Aptos"/>
              </a:rPr>
              <a:t>Étapes suivantes recommandées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291840"/>
            <a:ext cx="448056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Merger la branche sécurité HTTP.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Merger la branche runtime NativeScript env.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Renseigner définitivement JWT_SECRET et CORS_ALLOWED_ORIGINS en prod.</a:t>
            </a:r>
          </a:p>
          <a:p>
            <a:pPr>
              <a:buClr/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rPr>
                <a:solidFill>
                  <a:srgbClr val="1E293B"/>
                </a:solidFill>
              </a:rPr>
              <a:t>Pointer le mobile vers l'URL Nginx finale du VPS ou le futur domaine HTTPS.</a:t>
            </a:r>
          </a:p>
        </p:txBody>
      </p:sp>
      <p:pic>
        <p:nvPicPr>
          <p:cNvPr id="11" name="Picture 10" descr="Logo-centr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0" y="868680"/>
            <a:ext cx="917567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446520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Sprint 8 • Projet_Mobile_developpement_avancee • slide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